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8" r:id="rId2"/>
    <p:sldId id="347" r:id="rId3"/>
    <p:sldId id="348" r:id="rId4"/>
    <p:sldId id="349" r:id="rId5"/>
    <p:sldId id="350" r:id="rId6"/>
    <p:sldId id="351" r:id="rId7"/>
    <p:sldId id="352" r:id="rId8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9B8C"/>
    <a:srgbClr val="138A7C"/>
    <a:srgbClr val="138B7E"/>
    <a:srgbClr val="66FF66"/>
    <a:srgbClr val="7BBCFD"/>
    <a:srgbClr val="FFE378"/>
    <a:srgbClr val="FFB42D"/>
    <a:srgbClr val="171719"/>
    <a:srgbClr val="F06B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1" autoAdjust="0"/>
    <p:restoredTop sz="94660"/>
  </p:normalViewPr>
  <p:slideViewPr>
    <p:cSldViewPr snapToGrid="0">
      <p:cViewPr varScale="1">
        <p:scale>
          <a:sx n="74" d="100"/>
          <a:sy n="74" d="100"/>
        </p:scale>
        <p:origin x="356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790A77-79E0-400C-822D-024A450106C3}" type="datetimeFigureOut">
              <a:rPr lang="pt-PT" smtClean="0"/>
              <a:t>20/04/2025</a:t>
            </a:fld>
            <a:endParaRPr lang="pt-PT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A4189C-A465-4B71-B675-9D0E5BBC02C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7285503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Apresentação</a:t>
            </a:r>
          </a:p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FD8375-FBC1-44F2-B63F-15777ED2B0EA}" type="slidenum">
              <a:rPr lang="pt-PT" smtClean="0"/>
              <a:t>1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0026661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552652-E347-1834-9C7B-69AD8DF2D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A5F46099-E329-710E-A0D1-7FD292A80B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FF1CB6D1-71CE-CD91-A555-B779F140B7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Segurados (clientes)</a:t>
            </a:r>
          </a:p>
          <a:p>
            <a:endParaRPr lang="pt-PT" dirty="0"/>
          </a:p>
          <a:p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3A1A8A49-DAEA-A9C0-3544-03ADF83FD0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FD8375-FBC1-44F2-B63F-15777ED2B0EA}" type="slidenum">
              <a:rPr lang="pt-PT" smtClean="0"/>
              <a:t>2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9297701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0FC91D-3678-4D5C-2388-FD226AC720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F25FF2BE-3A56-DB24-AB35-E2FFD9B2D9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146A5E1B-FE0A-9E25-FC16-DE03D86B20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Apólice de seguro 1/2</a:t>
            </a:r>
          </a:p>
          <a:p>
            <a:endParaRPr lang="pt-PT" dirty="0"/>
          </a:p>
          <a:p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AB693BB4-F5B4-A5C2-2DF7-B2394DDE08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FD8375-FBC1-44F2-B63F-15777ED2B0EA}" type="slidenum">
              <a:rPr lang="pt-PT" smtClean="0"/>
              <a:t>3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1192169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124141-C558-6B63-8FF9-282993346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8F8ECD3B-1782-BC5B-4038-E03B748C07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7FE30C6E-AAC6-1DAC-8F88-DD468CA662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Apólice de seguro 2/2</a:t>
            </a:r>
          </a:p>
          <a:p>
            <a:endParaRPr lang="pt-PT" dirty="0"/>
          </a:p>
          <a:p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ADEB7BFE-6F34-8C69-F31F-C1B53F56D1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FD8375-FBC1-44F2-B63F-15777ED2B0EA}" type="slidenum">
              <a:rPr lang="pt-PT" smtClean="0"/>
              <a:t>4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020626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03580-9E24-DF0E-74EC-054137E21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26657710-03E4-0F17-C50B-662CCE4BBA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A874264E-05A8-E252-F6A4-05EB95ABDB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Sinistralidade</a:t>
            </a:r>
          </a:p>
          <a:p>
            <a:endParaRPr lang="pt-PT" dirty="0"/>
          </a:p>
          <a:p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C2379672-2E79-AF17-53DA-524AD555DC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FD8375-FBC1-44F2-B63F-15777ED2B0EA}" type="slidenum">
              <a:rPr lang="pt-PT" smtClean="0"/>
              <a:t>5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7902683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5D0B70-6C19-341B-2324-1C9148094C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9EAAF807-B7B6-557C-0884-B77D3E9458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A54CC033-9DBA-8A21-FE04-5DD21AB0F6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Pagamentos 1/2</a:t>
            </a:r>
          </a:p>
          <a:p>
            <a:endParaRPr lang="pt-PT" dirty="0"/>
          </a:p>
          <a:p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AB655D6E-5174-004A-DEEB-B828A5E1F5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FD8375-FBC1-44F2-B63F-15777ED2B0EA}" type="slidenum">
              <a:rPr lang="pt-PT" smtClean="0"/>
              <a:t>6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098331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15A965-917E-EB41-A6B5-A6DAC31F9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10A943E2-E4BC-80F7-1244-4F0F13E61B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1F545F8E-F6ED-04CF-CDE3-5C88B30855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Pagamentos 2/2</a:t>
            </a:r>
          </a:p>
          <a:p>
            <a:endParaRPr lang="pt-PT" dirty="0"/>
          </a:p>
          <a:p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4952E092-ED5E-9342-B731-2B006674A0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FD8375-FBC1-44F2-B63F-15777ED2B0EA}" type="slidenum">
              <a:rPr lang="pt-PT" smtClean="0"/>
              <a:t>7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6446918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DDD5AF-6F81-5E56-5E49-F87717D266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7CB68D5-EE87-4388-77F5-2663C303E2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B8DC74B1-9A66-AEE4-C225-D8E9F6CB9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6C496-6773-4DEB-9994-2D767C1D81B0}" type="datetimeFigureOut">
              <a:rPr lang="pt-PT" smtClean="0"/>
              <a:t>20/04/2025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4A461E6F-2CFD-C33F-D556-77D917E8F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DD910501-9967-6970-CB7A-E164BCD27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D835E-4EA8-46D3-8FC3-F812867351E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9072368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B8E6D5-DC22-D916-E0D4-B6D3BA681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551EC87D-1B46-2198-2D94-81D34340FC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3948B06E-7E62-C689-3468-F55B6A807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6C496-6773-4DEB-9994-2D767C1D81B0}" type="datetimeFigureOut">
              <a:rPr lang="pt-PT" smtClean="0"/>
              <a:t>20/04/2025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F6C23171-EB41-2906-C204-DD6E85D62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339DF8E0-510A-8C1F-589C-A624562C4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D835E-4EA8-46D3-8FC3-F812867351E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0039960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AC5600-AC79-2DA5-5B3C-44E059A20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40FB57F2-FC2E-08C9-93D4-BC68DB3360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91F5F202-8520-6745-CCB6-8D85E66B5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6C496-6773-4DEB-9994-2D767C1D81B0}" type="datetimeFigureOut">
              <a:rPr lang="pt-PT" smtClean="0"/>
              <a:t>20/04/2025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9B105693-5219-D8B4-AC18-B0F2244BC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1B61E0F4-BDEA-1CCA-AA6F-82D16B7B2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D835E-4EA8-46D3-8FC3-F812867351E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569666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0083B1-BE7B-21ED-4716-6A78873F3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454DF709-F9C6-03E6-E433-479548EC14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2DA8FD91-B5D8-82E8-A5D1-A8E1DBF36C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D00C4C7C-AC04-D122-AF21-EB6E8B81D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6C496-6773-4DEB-9994-2D767C1D81B0}" type="datetimeFigureOut">
              <a:rPr lang="pt-PT" smtClean="0"/>
              <a:t>20/04/2025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6C0E4337-749B-DC33-6A70-CC2D38021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58A5CED3-2CE8-A8EB-8763-F918F9E79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D835E-4EA8-46D3-8FC3-F812867351E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5823874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56FE32-1AA2-C43B-C902-D536DE1ED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DF286F5D-972E-51B6-303A-071F6B8F44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821A6F42-7F80-1EE0-96B3-5C8FC8E1D3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94F1B867-F691-B5AB-6C37-265DD99568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DD1141FF-2D58-6724-A645-73DC6C7405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C14DC9CC-BA4F-A47F-57CD-B2DC1C2A1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6C496-6773-4DEB-9994-2D767C1D81B0}" type="datetimeFigureOut">
              <a:rPr lang="pt-PT" smtClean="0"/>
              <a:t>20/04/2025</a:t>
            </a:fld>
            <a:endParaRPr lang="pt-PT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5B0B2460-6FC0-2FFB-DD58-E75205A5A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FFCCAF38-F96A-0412-EDFC-D142822FD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D835E-4EA8-46D3-8FC3-F812867351E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232557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01ECCF-F319-F757-0507-303867A9E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874E565C-09FE-C5F7-86D4-889DC77D2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6C496-6773-4DEB-9994-2D767C1D81B0}" type="datetimeFigureOut">
              <a:rPr lang="pt-PT" smtClean="0"/>
              <a:t>20/04/2025</a:t>
            </a:fld>
            <a:endParaRPr lang="pt-PT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D8E24805-C226-BDF0-740D-7EAE3971D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0848E2DF-8440-E36F-7059-06AA436B9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D835E-4EA8-46D3-8FC3-F812867351E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9709635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E24C31A8-43E5-B94B-36CF-104A992EB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6C496-6773-4DEB-9994-2D767C1D81B0}" type="datetimeFigureOut">
              <a:rPr lang="pt-PT" smtClean="0"/>
              <a:t>20/04/2025</a:t>
            </a:fld>
            <a:endParaRPr lang="pt-PT"/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4B3E8D0F-1C61-B158-77F0-7520ACFB6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CD4A9F26-EE83-09C9-2A70-FC1A8B592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D835E-4EA8-46D3-8FC3-F812867351E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6686843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DCFB61-58BF-FD72-98EA-DB6D501FAC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F3186C88-D19D-A546-044A-EDE172BB0D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615565B0-16E3-87B1-168A-A2BE17022A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926C9314-D08C-FA7D-2C8B-5A2DB2EB0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6C496-6773-4DEB-9994-2D767C1D81B0}" type="datetimeFigureOut">
              <a:rPr lang="pt-PT" smtClean="0"/>
              <a:t>20/04/2025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F8432DAB-EE30-8A89-2F74-672CF375F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F39EB5AA-02A6-0BAB-DF5A-BCF7F49FE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D835E-4EA8-46D3-8FC3-F812867351E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2337470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2F9E40-BE6A-250B-4306-5B6DFFF9B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Imagem 2">
            <a:extLst>
              <a:ext uri="{FF2B5EF4-FFF2-40B4-BE49-F238E27FC236}">
                <a16:creationId xmlns:a16="http://schemas.microsoft.com/office/drawing/2014/main" id="{8930130A-54FD-E8C0-66C3-DE9BC5C26E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4A263640-058D-C397-CE74-6DC4358DA0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36D19C21-D233-9BEB-FB82-8F435F442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6C496-6773-4DEB-9994-2D767C1D81B0}" type="datetimeFigureOut">
              <a:rPr lang="pt-PT" smtClean="0"/>
              <a:t>20/04/2025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F8D45C33-1192-AE87-193A-189A55A39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BABF8888-9FAF-8314-6D2B-C8D7B1C95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D835E-4EA8-46D3-8FC3-F812867351E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886732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D99C37-17F2-5E60-FEF7-5F9489D04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BB9F4CB8-0DD4-1171-37FC-2043AB97DA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9F4B5C43-D204-8953-5ABB-1353A27BE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6C496-6773-4DEB-9994-2D767C1D81B0}" type="datetimeFigureOut">
              <a:rPr lang="pt-PT" smtClean="0"/>
              <a:t>20/04/2025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F5B9A23C-F1B0-77CA-4243-42C7732F4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A762B3F5-179F-7465-57A5-059AD705C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D835E-4EA8-46D3-8FC3-F812867351E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389519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C0E31BE-1375-A8EE-DD3A-0DBEE96626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41C495EC-E6F6-A3D9-AA0D-DB830A0B83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727B3A0F-C77C-B3B8-3289-F0DBAB575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6C496-6773-4DEB-9994-2D767C1D81B0}" type="datetimeFigureOut">
              <a:rPr lang="pt-PT" smtClean="0"/>
              <a:t>20/04/2025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D7989770-C6D6-0A4E-4699-E6119512B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1844434B-165E-66EF-23C3-4ED655CF5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D835E-4EA8-46D3-8FC3-F812867351E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7829428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>
            <a:extLst>
              <a:ext uri="{FF2B5EF4-FFF2-40B4-BE49-F238E27FC236}">
                <a16:creationId xmlns:a16="http://schemas.microsoft.com/office/drawing/2014/main" id="{05CC9E15-5A17-9A6E-B564-C32D3F4999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DEE2A1E9-1463-7261-E299-61D178C82C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DBA4419A-7D94-F86B-9775-6B7130614D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16C496-6773-4DEB-9994-2D767C1D81B0}" type="datetimeFigureOut">
              <a:rPr lang="pt-PT" smtClean="0"/>
              <a:t>20/04/2025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D693F168-6AF5-2121-FE5A-27BA699B0F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28C00B67-40FA-D5BC-4BEB-17F5B8085F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1D835E-4EA8-46D3-8FC3-F812867351E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194679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0D8CA38A-B0F9-4AF2-B944-D168B696BAF1}"/>
              </a:ext>
            </a:extLst>
          </p:cNvPr>
          <p:cNvSpPr/>
          <p:nvPr/>
        </p:nvSpPr>
        <p:spPr>
          <a:xfrm>
            <a:off x="0" y="1"/>
            <a:ext cx="12192000" cy="6858000"/>
          </a:xfrm>
          <a:prstGeom prst="roundRect">
            <a:avLst>
              <a:gd name="adj" fmla="val 0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ADC5D783-E39B-4486-B6C3-AE95BE6C9DEE}"/>
              </a:ext>
            </a:extLst>
          </p:cNvPr>
          <p:cNvSpPr/>
          <p:nvPr/>
        </p:nvSpPr>
        <p:spPr>
          <a:xfrm>
            <a:off x="1336582" y="111760"/>
            <a:ext cx="10712001" cy="6634480"/>
          </a:xfrm>
          <a:prstGeom prst="roundRect">
            <a:avLst>
              <a:gd name="adj" fmla="val 4790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C680C5B4-B785-47C3-9DAE-60876FCE1970}"/>
              </a:ext>
            </a:extLst>
          </p:cNvPr>
          <p:cNvSpPr txBox="1"/>
          <p:nvPr/>
        </p:nvSpPr>
        <p:spPr>
          <a:xfrm>
            <a:off x="1543576" y="373073"/>
            <a:ext cx="91048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chemeClr val="bg1"/>
                </a:solidFill>
                <a:latin typeface="Montserrat" panose="00000500000000000000" pitchFamily="2" charset="0"/>
              </a:rPr>
              <a:t>Business Intelligence – Projeto Final: Análise de dados da GuardianSure</a:t>
            </a:r>
          </a:p>
        </p:txBody>
      </p:sp>
      <p:sp>
        <p:nvSpPr>
          <p:cNvPr id="61" name="Retângulo: Cantos Arredondados 60">
            <a:extLst>
              <a:ext uri="{FF2B5EF4-FFF2-40B4-BE49-F238E27FC236}">
                <a16:creationId xmlns:a16="http://schemas.microsoft.com/office/drawing/2014/main" id="{07B87CBB-AEC4-40F1-8DE9-95A4C79B64B7}"/>
              </a:ext>
            </a:extLst>
          </p:cNvPr>
          <p:cNvSpPr/>
          <p:nvPr/>
        </p:nvSpPr>
        <p:spPr>
          <a:xfrm>
            <a:off x="1543576" y="4288562"/>
            <a:ext cx="5933670" cy="2193261"/>
          </a:xfrm>
          <a:prstGeom prst="roundRect">
            <a:avLst>
              <a:gd name="adj" fmla="val 8192"/>
            </a:avLst>
          </a:prstGeom>
          <a:solidFill>
            <a:srgbClr val="171719"/>
          </a:solidFill>
          <a:ln>
            <a:gradFill flip="none" rotWithShape="1">
              <a:gsLst>
                <a:gs pos="0">
                  <a:srgbClr val="171719">
                    <a:lumMod val="82000"/>
                    <a:alpha val="96000"/>
                  </a:srgbClr>
                </a:gs>
                <a:gs pos="71000">
                  <a:srgbClr val="F06B1D"/>
                </a:gs>
                <a:gs pos="100000">
                  <a:srgbClr val="FFB42D"/>
                </a:gs>
              </a:gsLst>
              <a:lin ang="18900000" scaled="1"/>
              <a:tileRect/>
            </a:gradFill>
          </a:ln>
          <a:effectLst>
            <a:innerShdw blurRad="63500" dist="50800" dir="10800000">
              <a:prstClr val="black">
                <a:alpha val="31000"/>
              </a:prstClr>
            </a:innerShdw>
          </a:effectLst>
          <a:scene3d>
            <a:camera prst="orthographicFront"/>
            <a:lightRig rig="fla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3" name="Imagem 2" descr="Uma imagem com texto, logótipo, símbolo, Tipo de letra&#10;&#10;Os conteúdos gerados por IA poderão estar incorretos.">
            <a:extLst>
              <a:ext uri="{FF2B5EF4-FFF2-40B4-BE49-F238E27FC236}">
                <a16:creationId xmlns:a16="http://schemas.microsoft.com/office/drawing/2014/main" id="{6D1714C1-5FFF-D8F3-7137-795EA6D344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816" y="208715"/>
            <a:ext cx="1398366" cy="1398366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CF134A0B-F27B-BF1C-7096-E5BC944E0E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356" y="1968433"/>
            <a:ext cx="766800" cy="766800"/>
          </a:xfrm>
          <a:prstGeom prst="rect">
            <a:avLst/>
          </a:prstGeom>
          <a:effectLst/>
          <a:scene3d>
            <a:camera prst="isometricOffAxis1Right"/>
            <a:lightRig rig="threePt" dir="t"/>
          </a:scene3d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18E86A42-58E8-C7EF-D044-6AE724992C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8447" y="2968883"/>
            <a:ext cx="765716" cy="765716"/>
          </a:xfrm>
          <a:prstGeom prst="rect">
            <a:avLst/>
          </a:prstGeom>
          <a:effectLst/>
          <a:scene3d>
            <a:camera prst="isometricOffAxis1Right"/>
            <a:lightRig rig="threePt" dir="t"/>
          </a:scene3d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A67F7747-FB9C-B1BC-2AC6-C4A0AFFFE07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2420" y="3968249"/>
            <a:ext cx="765716" cy="765716"/>
          </a:xfrm>
          <a:prstGeom prst="rect">
            <a:avLst/>
          </a:prstGeom>
          <a:effectLst/>
          <a:scene3d>
            <a:camera prst="isometricOffAxis1Right"/>
            <a:lightRig rig="threePt" dir="t"/>
          </a:scene3d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F62647CF-809A-0000-C9DE-4FAAF605008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1376" y="4964131"/>
            <a:ext cx="765717" cy="765717"/>
          </a:xfrm>
          <a:prstGeom prst="rect">
            <a:avLst/>
          </a:prstGeom>
          <a:effectLst/>
          <a:scene3d>
            <a:camera prst="isometricOffAxis1Right"/>
            <a:lightRig rig="threePt" dir="t"/>
          </a:scene3d>
        </p:spPr>
      </p:pic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9C6250B0-016F-711C-21A4-9E486682BDA5}"/>
              </a:ext>
            </a:extLst>
          </p:cNvPr>
          <p:cNvSpPr/>
          <p:nvPr/>
        </p:nvSpPr>
        <p:spPr>
          <a:xfrm>
            <a:off x="1543576" y="1607081"/>
            <a:ext cx="7778544" cy="1924713"/>
          </a:xfrm>
          <a:prstGeom prst="roundRect">
            <a:avLst>
              <a:gd name="adj" fmla="val 8192"/>
            </a:avLst>
          </a:prstGeom>
          <a:solidFill>
            <a:srgbClr val="171719"/>
          </a:solidFill>
          <a:ln>
            <a:gradFill flip="none" rotWithShape="1">
              <a:gsLst>
                <a:gs pos="0">
                  <a:srgbClr val="171719">
                    <a:lumMod val="82000"/>
                    <a:alpha val="96000"/>
                  </a:srgbClr>
                </a:gs>
                <a:gs pos="71000">
                  <a:srgbClr val="F06B1D"/>
                </a:gs>
                <a:gs pos="100000">
                  <a:srgbClr val="FFB42D"/>
                </a:gs>
              </a:gsLst>
              <a:lin ang="18900000" scaled="1"/>
              <a:tileRect/>
            </a:gradFill>
          </a:ln>
          <a:effectLst>
            <a:innerShdw blurRad="63500" dist="50800" dir="10800000">
              <a:prstClr val="black">
                <a:alpha val="31000"/>
              </a:prstClr>
            </a:innerShdw>
          </a:effectLst>
          <a:scene3d>
            <a:camera prst="orthographicFront"/>
            <a:lightRig rig="fla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B55D966C-6841-146F-0F23-4F1DB554D207}"/>
              </a:ext>
            </a:extLst>
          </p:cNvPr>
          <p:cNvSpPr/>
          <p:nvPr/>
        </p:nvSpPr>
        <p:spPr>
          <a:xfrm>
            <a:off x="8251987" y="4280362"/>
            <a:ext cx="3528676" cy="2193261"/>
          </a:xfrm>
          <a:prstGeom prst="roundRect">
            <a:avLst>
              <a:gd name="adj" fmla="val 8192"/>
            </a:avLst>
          </a:prstGeom>
          <a:solidFill>
            <a:srgbClr val="171719"/>
          </a:solidFill>
          <a:ln>
            <a:gradFill flip="none" rotWithShape="1">
              <a:gsLst>
                <a:gs pos="0">
                  <a:srgbClr val="171719">
                    <a:lumMod val="82000"/>
                    <a:alpha val="96000"/>
                  </a:srgbClr>
                </a:gs>
                <a:gs pos="71000">
                  <a:srgbClr val="F06B1D"/>
                </a:gs>
                <a:gs pos="100000">
                  <a:srgbClr val="FFB42D"/>
                </a:gs>
              </a:gsLst>
              <a:lin ang="18900000" scaled="1"/>
              <a:tileRect/>
            </a:gradFill>
          </a:ln>
          <a:effectLst>
            <a:innerShdw blurRad="63500" dist="50800" dir="10800000">
              <a:prstClr val="black">
                <a:alpha val="31000"/>
              </a:prstClr>
            </a:innerShdw>
          </a:effectLst>
          <a:scene3d>
            <a:camera prst="orthographicFront"/>
            <a:lightRig rig="fla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7591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5555"/>
    </mc:Choice>
    <mc:Fallback xmlns="">
      <p:transition spd="slow" advTm="55555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4CE51E-1ABE-52B5-38C8-75EED4481D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2C1C24A0-8264-1C94-F732-C1C898922D72}"/>
              </a:ext>
            </a:extLst>
          </p:cNvPr>
          <p:cNvSpPr/>
          <p:nvPr/>
        </p:nvSpPr>
        <p:spPr>
          <a:xfrm>
            <a:off x="0" y="1"/>
            <a:ext cx="12192000" cy="6858000"/>
          </a:xfrm>
          <a:prstGeom prst="roundRect">
            <a:avLst>
              <a:gd name="adj" fmla="val 0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B3D3A660-BD16-F00E-712C-0E0D6427AE05}"/>
              </a:ext>
            </a:extLst>
          </p:cNvPr>
          <p:cNvSpPr/>
          <p:nvPr/>
        </p:nvSpPr>
        <p:spPr>
          <a:xfrm>
            <a:off x="1307707" y="111760"/>
            <a:ext cx="10712001" cy="6634480"/>
          </a:xfrm>
          <a:prstGeom prst="roundRect">
            <a:avLst>
              <a:gd name="adj" fmla="val 4790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CE0FF79C-4EB7-1615-457F-C78719BD1BB1}"/>
              </a:ext>
            </a:extLst>
          </p:cNvPr>
          <p:cNvSpPr txBox="1"/>
          <p:nvPr/>
        </p:nvSpPr>
        <p:spPr>
          <a:xfrm>
            <a:off x="1481583" y="296211"/>
            <a:ext cx="40513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>
                <a:solidFill>
                  <a:schemeClr val="bg1"/>
                </a:solidFill>
                <a:latin typeface="Montserrat" panose="00000500000000000000" pitchFamily="2" charset="0"/>
              </a:rPr>
              <a:t>GuardianSure – Segurados (clientes)</a:t>
            </a:r>
          </a:p>
        </p:txBody>
      </p:sp>
      <p:pic>
        <p:nvPicPr>
          <p:cNvPr id="3" name="Imagem 2" descr="Uma imagem com texto, logótipo, símbolo, Tipo de letra&#10;&#10;Os conteúdos gerados por IA poderão estar incorretos.">
            <a:extLst>
              <a:ext uri="{FF2B5EF4-FFF2-40B4-BE49-F238E27FC236}">
                <a16:creationId xmlns:a16="http://schemas.microsoft.com/office/drawing/2014/main" id="{EA5F7DAC-76C6-0A74-234A-2039918E89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816" y="208715"/>
            <a:ext cx="1398366" cy="1398366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FD7E9FA7-61E5-F67B-8DB6-7D4CE3DB35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356" y="1968433"/>
            <a:ext cx="766800" cy="766800"/>
          </a:xfrm>
          <a:prstGeom prst="rect">
            <a:avLst/>
          </a:prstGeom>
          <a:effectLst>
            <a:glow rad="101600">
              <a:srgbClr val="FFE378">
                <a:alpha val="40000"/>
              </a:srgbClr>
            </a:glow>
          </a:effectLst>
          <a:scene3d>
            <a:camera prst="isometricOffAxis1Right"/>
            <a:lightRig rig="threePt" dir="t"/>
          </a:scene3d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EF638A63-9319-ACD8-A8BA-B0108AE447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8447" y="2968883"/>
            <a:ext cx="765716" cy="765716"/>
          </a:xfrm>
          <a:prstGeom prst="rect">
            <a:avLst/>
          </a:prstGeom>
          <a:effectLst/>
          <a:scene3d>
            <a:camera prst="isometricOffAxis1Right"/>
            <a:lightRig rig="threePt" dir="t"/>
          </a:scene3d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4BD8D936-D61B-89CB-C209-0DED414C48D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2420" y="3968249"/>
            <a:ext cx="765716" cy="765716"/>
          </a:xfrm>
          <a:prstGeom prst="rect">
            <a:avLst/>
          </a:prstGeom>
          <a:effectLst/>
          <a:scene3d>
            <a:camera prst="isometricOffAxis1Right"/>
            <a:lightRig rig="threePt" dir="t"/>
          </a:scene3d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EE355A43-D98D-5116-8794-D3A15C575BB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1376" y="4964131"/>
            <a:ext cx="765717" cy="765717"/>
          </a:xfrm>
          <a:prstGeom prst="rect">
            <a:avLst/>
          </a:prstGeom>
          <a:effectLst/>
          <a:scene3d>
            <a:camera prst="isometricOffAxis1Right"/>
            <a:lightRig rig="threePt" dir="t"/>
          </a:scene3d>
        </p:spPr>
      </p:pic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0506AC52-0806-F3F3-4C9D-246472B860B6}"/>
              </a:ext>
            </a:extLst>
          </p:cNvPr>
          <p:cNvSpPr/>
          <p:nvPr/>
        </p:nvSpPr>
        <p:spPr>
          <a:xfrm>
            <a:off x="1481583" y="1078900"/>
            <a:ext cx="5078873" cy="2389279"/>
          </a:xfrm>
          <a:prstGeom prst="roundRect">
            <a:avLst>
              <a:gd name="adj" fmla="val 8192"/>
            </a:avLst>
          </a:prstGeom>
          <a:solidFill>
            <a:srgbClr val="171719"/>
          </a:solidFill>
          <a:ln>
            <a:gradFill flip="none" rotWithShape="1">
              <a:gsLst>
                <a:gs pos="0">
                  <a:srgbClr val="171719">
                    <a:lumMod val="82000"/>
                    <a:alpha val="96000"/>
                  </a:srgbClr>
                </a:gs>
                <a:gs pos="71000">
                  <a:srgbClr val="FFB42D"/>
                </a:gs>
                <a:gs pos="100000">
                  <a:srgbClr val="FFE378"/>
                </a:gs>
              </a:gsLst>
              <a:lin ang="18900000" scaled="1"/>
              <a:tileRect/>
            </a:gradFill>
          </a:ln>
          <a:effectLst>
            <a:innerShdw blurRad="63500" dist="50800" dir="10800000">
              <a:prstClr val="black">
                <a:alpha val="31000"/>
              </a:prstClr>
            </a:innerShdw>
          </a:effectLst>
          <a:scene3d>
            <a:camera prst="orthographicFront"/>
            <a:lightRig rig="fla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B8D59A6E-5C4E-873F-BDE9-606A746BED27}"/>
              </a:ext>
            </a:extLst>
          </p:cNvPr>
          <p:cNvSpPr/>
          <p:nvPr/>
        </p:nvSpPr>
        <p:spPr>
          <a:xfrm>
            <a:off x="1523403" y="4209254"/>
            <a:ext cx="5187523" cy="2352534"/>
          </a:xfrm>
          <a:prstGeom prst="roundRect">
            <a:avLst>
              <a:gd name="adj" fmla="val 8192"/>
            </a:avLst>
          </a:prstGeom>
          <a:solidFill>
            <a:srgbClr val="171719"/>
          </a:solidFill>
          <a:ln>
            <a:gradFill flip="none" rotWithShape="1">
              <a:gsLst>
                <a:gs pos="0">
                  <a:srgbClr val="171719">
                    <a:lumMod val="82000"/>
                    <a:alpha val="96000"/>
                  </a:srgbClr>
                </a:gs>
                <a:gs pos="71000">
                  <a:srgbClr val="FFB42D"/>
                </a:gs>
                <a:gs pos="100000">
                  <a:srgbClr val="FFE378"/>
                </a:gs>
              </a:gsLst>
              <a:lin ang="18900000" scaled="1"/>
              <a:tileRect/>
            </a:gradFill>
          </a:ln>
          <a:effectLst>
            <a:innerShdw blurRad="63500" dist="50800" dir="10800000">
              <a:prstClr val="black">
                <a:alpha val="31000"/>
              </a:prstClr>
            </a:innerShdw>
          </a:effectLst>
          <a:scene3d>
            <a:camera prst="orthographicFront"/>
            <a:lightRig rig="fla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AB544526-26F9-A824-3350-40F91F9EFF3F}"/>
              </a:ext>
            </a:extLst>
          </p:cNvPr>
          <p:cNvSpPr/>
          <p:nvPr/>
        </p:nvSpPr>
        <p:spPr>
          <a:xfrm>
            <a:off x="6710926" y="1078900"/>
            <a:ext cx="2904564" cy="2389278"/>
          </a:xfrm>
          <a:prstGeom prst="roundRect">
            <a:avLst>
              <a:gd name="adj" fmla="val 8192"/>
            </a:avLst>
          </a:prstGeom>
          <a:solidFill>
            <a:srgbClr val="171719"/>
          </a:solidFill>
          <a:ln>
            <a:gradFill flip="none" rotWithShape="1">
              <a:gsLst>
                <a:gs pos="0">
                  <a:srgbClr val="171719">
                    <a:lumMod val="82000"/>
                    <a:alpha val="96000"/>
                  </a:srgbClr>
                </a:gs>
                <a:gs pos="71000">
                  <a:srgbClr val="FFB42D"/>
                </a:gs>
                <a:gs pos="100000">
                  <a:srgbClr val="FFE378"/>
                </a:gs>
              </a:gsLst>
              <a:lin ang="18900000" scaled="1"/>
              <a:tileRect/>
            </a:gradFill>
          </a:ln>
          <a:effectLst>
            <a:innerShdw blurRad="63500" dist="50800" dir="10800000">
              <a:prstClr val="black">
                <a:alpha val="31000"/>
              </a:prstClr>
            </a:innerShdw>
          </a:effectLst>
          <a:scene3d>
            <a:camera prst="orthographicFront"/>
            <a:lightRig rig="fla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4C45158F-0ECF-F241-0E5C-6E5512E26F23}"/>
              </a:ext>
            </a:extLst>
          </p:cNvPr>
          <p:cNvSpPr/>
          <p:nvPr/>
        </p:nvSpPr>
        <p:spPr>
          <a:xfrm>
            <a:off x="9771458" y="815148"/>
            <a:ext cx="2174930" cy="872382"/>
          </a:xfrm>
          <a:prstGeom prst="roundRect">
            <a:avLst>
              <a:gd name="adj" fmla="val 8192"/>
            </a:avLst>
          </a:prstGeom>
          <a:solidFill>
            <a:srgbClr val="171719"/>
          </a:solidFill>
          <a:ln>
            <a:gradFill flip="none" rotWithShape="1">
              <a:gsLst>
                <a:gs pos="0">
                  <a:srgbClr val="171719">
                    <a:lumMod val="82000"/>
                    <a:alpha val="96000"/>
                  </a:srgbClr>
                </a:gs>
                <a:gs pos="71000">
                  <a:srgbClr val="FFB42D"/>
                </a:gs>
                <a:gs pos="100000">
                  <a:srgbClr val="FFE378"/>
                </a:gs>
              </a:gsLst>
              <a:lin ang="18900000" scaled="1"/>
              <a:tileRect/>
            </a:gradFill>
          </a:ln>
          <a:effectLst>
            <a:innerShdw blurRad="63500" dist="50800" dir="10800000">
              <a:prstClr val="black">
                <a:alpha val="31000"/>
              </a:prstClr>
            </a:innerShdw>
          </a:effectLst>
          <a:scene3d>
            <a:camera prst="orthographicFront"/>
            <a:lightRig rig="fla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CD0A3747-7DDC-3746-E49A-5A27221BC8FA}"/>
              </a:ext>
            </a:extLst>
          </p:cNvPr>
          <p:cNvSpPr/>
          <p:nvPr/>
        </p:nvSpPr>
        <p:spPr>
          <a:xfrm>
            <a:off x="9765960" y="1884799"/>
            <a:ext cx="2174930" cy="872382"/>
          </a:xfrm>
          <a:prstGeom prst="roundRect">
            <a:avLst>
              <a:gd name="adj" fmla="val 8192"/>
            </a:avLst>
          </a:prstGeom>
          <a:solidFill>
            <a:srgbClr val="171719"/>
          </a:solidFill>
          <a:ln>
            <a:gradFill flip="none" rotWithShape="1">
              <a:gsLst>
                <a:gs pos="0">
                  <a:srgbClr val="171719">
                    <a:lumMod val="82000"/>
                    <a:alpha val="96000"/>
                  </a:srgbClr>
                </a:gs>
                <a:gs pos="71000">
                  <a:srgbClr val="FFB42D"/>
                </a:gs>
                <a:gs pos="100000">
                  <a:srgbClr val="FFE378"/>
                </a:gs>
              </a:gsLst>
              <a:lin ang="18900000" scaled="1"/>
              <a:tileRect/>
            </a:gradFill>
          </a:ln>
          <a:effectLst>
            <a:innerShdw blurRad="63500" dist="50800" dir="10800000">
              <a:prstClr val="black">
                <a:alpha val="31000"/>
              </a:prstClr>
            </a:innerShdw>
          </a:effectLst>
          <a:scene3d>
            <a:camera prst="orthographicFront"/>
            <a:lightRig rig="fla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9E1D7EE5-452A-3F2F-617E-7585AE648973}"/>
              </a:ext>
            </a:extLst>
          </p:cNvPr>
          <p:cNvSpPr/>
          <p:nvPr/>
        </p:nvSpPr>
        <p:spPr>
          <a:xfrm>
            <a:off x="9769713" y="2954449"/>
            <a:ext cx="2174930" cy="872382"/>
          </a:xfrm>
          <a:prstGeom prst="roundRect">
            <a:avLst>
              <a:gd name="adj" fmla="val 8192"/>
            </a:avLst>
          </a:prstGeom>
          <a:solidFill>
            <a:srgbClr val="171719"/>
          </a:solidFill>
          <a:ln>
            <a:gradFill flip="none" rotWithShape="1">
              <a:gsLst>
                <a:gs pos="0">
                  <a:srgbClr val="171719">
                    <a:lumMod val="82000"/>
                    <a:alpha val="96000"/>
                  </a:srgbClr>
                </a:gs>
                <a:gs pos="71000">
                  <a:srgbClr val="FFB42D"/>
                </a:gs>
                <a:gs pos="100000">
                  <a:srgbClr val="FFE378"/>
                </a:gs>
              </a:gsLst>
              <a:lin ang="18900000" scaled="1"/>
              <a:tileRect/>
            </a:gradFill>
          </a:ln>
          <a:effectLst>
            <a:innerShdw blurRad="63500" dist="50800" dir="10800000">
              <a:prstClr val="black">
                <a:alpha val="31000"/>
              </a:prstClr>
            </a:innerShdw>
          </a:effectLst>
          <a:scene3d>
            <a:camera prst="orthographicFront"/>
            <a:lightRig rig="fla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82C8B9E7-A036-0A17-E33C-4D8A5AA4C99D}"/>
              </a:ext>
            </a:extLst>
          </p:cNvPr>
          <p:cNvSpPr/>
          <p:nvPr/>
        </p:nvSpPr>
        <p:spPr>
          <a:xfrm>
            <a:off x="1379988" y="4097493"/>
            <a:ext cx="2242480" cy="347359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E37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4745DFBB-80A1-E50F-C5F0-76CF3BA2A6C4}"/>
              </a:ext>
            </a:extLst>
          </p:cNvPr>
          <p:cNvSpPr txBox="1"/>
          <p:nvPr/>
        </p:nvSpPr>
        <p:spPr>
          <a:xfrm>
            <a:off x="702740" y="4117283"/>
            <a:ext cx="29039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400" dirty="0">
                <a:solidFill>
                  <a:schemeClr val="bg1"/>
                </a:solidFill>
                <a:latin typeface="Montserrat Bold" panose="00000800000000000000" pitchFamily="2" charset="0"/>
              </a:rPr>
              <a:t>Visão geral do Cliente</a:t>
            </a:r>
            <a:endParaRPr lang="pt-BR" sz="1600" dirty="0">
              <a:solidFill>
                <a:schemeClr val="bg1"/>
              </a:solidFill>
              <a:latin typeface="Montserrat Bold" panose="00000800000000000000" pitchFamily="2" charset="0"/>
            </a:endParaRP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8EDD588A-81AD-ACC2-5266-E7196DEDAA83}"/>
              </a:ext>
            </a:extLst>
          </p:cNvPr>
          <p:cNvSpPr/>
          <p:nvPr/>
        </p:nvSpPr>
        <p:spPr>
          <a:xfrm>
            <a:off x="6847468" y="3968249"/>
            <a:ext cx="2683990" cy="2593539"/>
          </a:xfrm>
          <a:prstGeom prst="roundRect">
            <a:avLst>
              <a:gd name="adj" fmla="val 8192"/>
            </a:avLst>
          </a:prstGeom>
          <a:solidFill>
            <a:srgbClr val="171719"/>
          </a:solidFill>
          <a:ln>
            <a:gradFill flip="none" rotWithShape="1">
              <a:gsLst>
                <a:gs pos="0">
                  <a:srgbClr val="171719">
                    <a:lumMod val="82000"/>
                    <a:alpha val="96000"/>
                  </a:srgbClr>
                </a:gs>
                <a:gs pos="71000">
                  <a:srgbClr val="FFB42D"/>
                </a:gs>
                <a:gs pos="100000">
                  <a:srgbClr val="FFE378"/>
                </a:gs>
              </a:gsLst>
              <a:lin ang="18900000" scaled="1"/>
              <a:tileRect/>
            </a:gradFill>
          </a:ln>
          <a:effectLst>
            <a:innerShdw blurRad="63500" dist="50800" dir="10800000">
              <a:prstClr val="black">
                <a:alpha val="31000"/>
              </a:prstClr>
            </a:innerShdw>
          </a:effectLst>
          <a:scene3d>
            <a:camera prst="orthographicFront"/>
            <a:lightRig rig="fla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5C6499EC-F101-988E-5EEE-3B2D0EB33468}"/>
              </a:ext>
            </a:extLst>
          </p:cNvPr>
          <p:cNvSpPr/>
          <p:nvPr/>
        </p:nvSpPr>
        <p:spPr>
          <a:xfrm>
            <a:off x="9668000" y="4127967"/>
            <a:ext cx="2272890" cy="2438044"/>
          </a:xfrm>
          <a:prstGeom prst="roundRect">
            <a:avLst>
              <a:gd name="adj" fmla="val 8192"/>
            </a:avLst>
          </a:prstGeom>
          <a:solidFill>
            <a:srgbClr val="171719"/>
          </a:solidFill>
          <a:ln>
            <a:gradFill flip="none" rotWithShape="1">
              <a:gsLst>
                <a:gs pos="0">
                  <a:srgbClr val="171719">
                    <a:lumMod val="82000"/>
                    <a:alpha val="96000"/>
                  </a:srgbClr>
                </a:gs>
                <a:gs pos="71000">
                  <a:srgbClr val="FFB42D"/>
                </a:gs>
                <a:gs pos="100000">
                  <a:srgbClr val="FFE378"/>
                </a:gs>
              </a:gsLst>
              <a:lin ang="18900000" scaled="1"/>
              <a:tileRect/>
            </a:gradFill>
          </a:ln>
          <a:effectLst>
            <a:innerShdw blurRad="63500" dist="50800" dir="10800000">
              <a:prstClr val="black">
                <a:alpha val="31000"/>
              </a:prstClr>
            </a:innerShdw>
          </a:effectLst>
          <a:scene3d>
            <a:camera prst="orthographicFront"/>
            <a:lightRig rig="fla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8F8B32D3-271D-8DFD-C815-BB76CCAFA8D2}"/>
              </a:ext>
            </a:extLst>
          </p:cNvPr>
          <p:cNvSpPr/>
          <p:nvPr/>
        </p:nvSpPr>
        <p:spPr>
          <a:xfrm>
            <a:off x="3955064" y="3882577"/>
            <a:ext cx="2771677" cy="653353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E37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4203247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5555"/>
    </mc:Choice>
    <mc:Fallback xmlns="">
      <p:transition spd="slow" advTm="55555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EA9D9-253F-FD31-612F-183D87771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4A3114F6-D214-1516-1B76-60B99ABF8F64}"/>
              </a:ext>
            </a:extLst>
          </p:cNvPr>
          <p:cNvSpPr/>
          <p:nvPr/>
        </p:nvSpPr>
        <p:spPr>
          <a:xfrm>
            <a:off x="0" y="1"/>
            <a:ext cx="12192000" cy="6858000"/>
          </a:xfrm>
          <a:prstGeom prst="roundRect">
            <a:avLst>
              <a:gd name="adj" fmla="val 0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D641337E-86E8-961E-38F2-5A7C13F567DC}"/>
              </a:ext>
            </a:extLst>
          </p:cNvPr>
          <p:cNvSpPr/>
          <p:nvPr/>
        </p:nvSpPr>
        <p:spPr>
          <a:xfrm>
            <a:off x="1307707" y="111760"/>
            <a:ext cx="10712001" cy="6634480"/>
          </a:xfrm>
          <a:prstGeom prst="roundRect">
            <a:avLst>
              <a:gd name="adj" fmla="val 4790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A3216656-B434-532E-DAC7-6EE1AB4B3A19}"/>
              </a:ext>
            </a:extLst>
          </p:cNvPr>
          <p:cNvSpPr txBox="1"/>
          <p:nvPr/>
        </p:nvSpPr>
        <p:spPr>
          <a:xfrm>
            <a:off x="1481583" y="296211"/>
            <a:ext cx="42848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>
                <a:solidFill>
                  <a:schemeClr val="bg1"/>
                </a:solidFill>
                <a:latin typeface="Montserrat" panose="00000500000000000000" pitchFamily="2" charset="0"/>
              </a:rPr>
              <a:t>GuardianSure – Apólice de seguro (1/2)</a:t>
            </a:r>
          </a:p>
        </p:txBody>
      </p:sp>
      <p:pic>
        <p:nvPicPr>
          <p:cNvPr id="3" name="Imagem 2" descr="Uma imagem com texto, logótipo, símbolo, Tipo de letra&#10;&#10;Os conteúdos gerados por IA poderão estar incorretos.">
            <a:extLst>
              <a:ext uri="{FF2B5EF4-FFF2-40B4-BE49-F238E27FC236}">
                <a16:creationId xmlns:a16="http://schemas.microsoft.com/office/drawing/2014/main" id="{9A97223A-0E2C-A946-459A-2986EFCCFF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816" y="208715"/>
            <a:ext cx="1398366" cy="1398366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F5F96E8D-BF5B-1555-D145-4C18408A55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356" y="1968433"/>
            <a:ext cx="766800" cy="766800"/>
          </a:xfrm>
          <a:prstGeom prst="rect">
            <a:avLst/>
          </a:prstGeom>
          <a:effectLst/>
          <a:scene3d>
            <a:camera prst="isometricOffAxis1Right"/>
            <a:lightRig rig="threePt" dir="t"/>
          </a:scene3d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13266302-D6AA-DF82-A995-95B6E1D3E1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8447" y="2968883"/>
            <a:ext cx="765716" cy="765716"/>
          </a:xfrm>
          <a:prstGeom prst="rect">
            <a:avLst/>
          </a:prstGeom>
          <a:effectLst>
            <a:glow rad="101600">
              <a:schemeClr val="accent4">
                <a:satMod val="175000"/>
                <a:alpha val="40000"/>
              </a:schemeClr>
            </a:glow>
          </a:effectLst>
          <a:scene3d>
            <a:camera prst="isometricOffAxis1Right"/>
            <a:lightRig rig="threePt" dir="t"/>
          </a:scene3d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E3EBD33D-2890-46AF-7740-AD5831C02C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2420" y="3968249"/>
            <a:ext cx="765716" cy="765716"/>
          </a:xfrm>
          <a:prstGeom prst="rect">
            <a:avLst/>
          </a:prstGeom>
          <a:effectLst/>
          <a:scene3d>
            <a:camera prst="isometricOffAxis1Right"/>
            <a:lightRig rig="threePt" dir="t"/>
          </a:scene3d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8BE8A382-8B51-B57B-FCF0-B4CE931173C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1376" y="4964131"/>
            <a:ext cx="765717" cy="765717"/>
          </a:xfrm>
          <a:prstGeom prst="rect">
            <a:avLst/>
          </a:prstGeom>
          <a:effectLst/>
          <a:scene3d>
            <a:camera prst="isometricOffAxis1Right"/>
            <a:lightRig rig="threePt" dir="t"/>
          </a:scene3d>
        </p:spPr>
      </p:pic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70B20F73-4812-FEC5-6B15-0DE654A1D6FA}"/>
              </a:ext>
            </a:extLst>
          </p:cNvPr>
          <p:cNvSpPr/>
          <p:nvPr/>
        </p:nvSpPr>
        <p:spPr>
          <a:xfrm>
            <a:off x="1481583" y="1078900"/>
            <a:ext cx="5078873" cy="2389279"/>
          </a:xfrm>
          <a:prstGeom prst="roundRect">
            <a:avLst>
              <a:gd name="adj" fmla="val 8192"/>
            </a:avLst>
          </a:prstGeom>
          <a:solidFill>
            <a:srgbClr val="171719"/>
          </a:solidFill>
          <a:ln>
            <a:gradFill flip="none" rotWithShape="1">
              <a:gsLst>
                <a:gs pos="0">
                  <a:srgbClr val="171719">
                    <a:lumMod val="82000"/>
                    <a:alpha val="96000"/>
                  </a:srgbClr>
                </a:gs>
                <a:gs pos="71000">
                  <a:srgbClr val="0070C0"/>
                </a:gs>
                <a:gs pos="100000">
                  <a:srgbClr val="7BBCFD"/>
                </a:gs>
              </a:gsLst>
              <a:lin ang="18900000" scaled="1"/>
              <a:tileRect/>
            </a:gradFill>
          </a:ln>
          <a:effectLst>
            <a:innerShdw blurRad="63500" dist="50800" dir="10800000">
              <a:prstClr val="black">
                <a:alpha val="31000"/>
              </a:prstClr>
            </a:innerShdw>
          </a:effectLst>
          <a:scene3d>
            <a:camera prst="orthographicFront"/>
            <a:lightRig rig="fla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2F4E7913-A979-7EC5-8FF5-FF5D6B3EAD1E}"/>
              </a:ext>
            </a:extLst>
          </p:cNvPr>
          <p:cNvSpPr/>
          <p:nvPr/>
        </p:nvSpPr>
        <p:spPr>
          <a:xfrm>
            <a:off x="9765960" y="1884799"/>
            <a:ext cx="2174930" cy="872382"/>
          </a:xfrm>
          <a:prstGeom prst="roundRect">
            <a:avLst>
              <a:gd name="adj" fmla="val 8192"/>
            </a:avLst>
          </a:prstGeom>
          <a:solidFill>
            <a:srgbClr val="171719"/>
          </a:solidFill>
          <a:ln>
            <a:gradFill flip="none" rotWithShape="1">
              <a:gsLst>
                <a:gs pos="0">
                  <a:srgbClr val="171719">
                    <a:lumMod val="82000"/>
                    <a:alpha val="96000"/>
                  </a:srgbClr>
                </a:gs>
                <a:gs pos="71000">
                  <a:srgbClr val="FFB42D"/>
                </a:gs>
                <a:gs pos="100000">
                  <a:srgbClr val="FFE378"/>
                </a:gs>
              </a:gsLst>
              <a:lin ang="18900000" scaled="1"/>
              <a:tileRect/>
            </a:gradFill>
          </a:ln>
          <a:effectLst>
            <a:innerShdw blurRad="63500" dist="50800" dir="10800000">
              <a:prstClr val="black">
                <a:alpha val="31000"/>
              </a:prstClr>
            </a:innerShdw>
          </a:effectLst>
          <a:scene3d>
            <a:camera prst="orthographicFront"/>
            <a:lightRig rig="fla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B048E15E-4428-4BE9-9265-D7EEF518CF22}"/>
              </a:ext>
            </a:extLst>
          </p:cNvPr>
          <p:cNvSpPr/>
          <p:nvPr/>
        </p:nvSpPr>
        <p:spPr>
          <a:xfrm>
            <a:off x="6710927" y="1076528"/>
            <a:ext cx="2882742" cy="2389279"/>
          </a:xfrm>
          <a:prstGeom prst="roundRect">
            <a:avLst>
              <a:gd name="adj" fmla="val 8192"/>
            </a:avLst>
          </a:prstGeom>
          <a:solidFill>
            <a:srgbClr val="171719"/>
          </a:solidFill>
          <a:ln>
            <a:gradFill flip="none" rotWithShape="1">
              <a:gsLst>
                <a:gs pos="0">
                  <a:srgbClr val="171719">
                    <a:lumMod val="82000"/>
                    <a:alpha val="96000"/>
                  </a:srgbClr>
                </a:gs>
                <a:gs pos="71000">
                  <a:srgbClr val="0070C0"/>
                </a:gs>
                <a:gs pos="100000">
                  <a:srgbClr val="7BBCFD"/>
                </a:gs>
              </a:gsLst>
              <a:lin ang="18900000" scaled="1"/>
              <a:tileRect/>
            </a:gradFill>
          </a:ln>
          <a:effectLst>
            <a:innerShdw blurRad="63500" dist="50800" dir="10800000">
              <a:prstClr val="black">
                <a:alpha val="31000"/>
              </a:prstClr>
            </a:innerShdw>
          </a:effectLst>
          <a:scene3d>
            <a:camera prst="orthographicFront"/>
            <a:lightRig rig="fla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396FB35D-A5FB-DFCD-ED4C-090B01071861}"/>
              </a:ext>
            </a:extLst>
          </p:cNvPr>
          <p:cNvSpPr/>
          <p:nvPr/>
        </p:nvSpPr>
        <p:spPr>
          <a:xfrm>
            <a:off x="9765960" y="815149"/>
            <a:ext cx="2174930" cy="872382"/>
          </a:xfrm>
          <a:prstGeom prst="roundRect">
            <a:avLst>
              <a:gd name="adj" fmla="val 8192"/>
            </a:avLst>
          </a:prstGeom>
          <a:solidFill>
            <a:srgbClr val="171719"/>
          </a:solidFill>
          <a:ln>
            <a:gradFill flip="none" rotWithShape="1">
              <a:gsLst>
                <a:gs pos="0">
                  <a:srgbClr val="171719">
                    <a:lumMod val="82000"/>
                    <a:alpha val="96000"/>
                  </a:srgbClr>
                </a:gs>
                <a:gs pos="71000">
                  <a:srgbClr val="0070C0"/>
                </a:gs>
                <a:gs pos="100000">
                  <a:srgbClr val="7BBCFD"/>
                </a:gs>
              </a:gsLst>
              <a:lin ang="18900000" scaled="1"/>
              <a:tileRect/>
            </a:gradFill>
          </a:ln>
          <a:effectLst>
            <a:innerShdw blurRad="63500" dist="50800" dir="10800000">
              <a:prstClr val="black">
                <a:alpha val="31000"/>
              </a:prstClr>
            </a:innerShdw>
          </a:effectLst>
          <a:scene3d>
            <a:camera prst="orthographicFront"/>
            <a:lightRig rig="fla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02216ED0-6741-BE16-E485-BF2C9D63E0D3}"/>
              </a:ext>
            </a:extLst>
          </p:cNvPr>
          <p:cNvSpPr/>
          <p:nvPr/>
        </p:nvSpPr>
        <p:spPr>
          <a:xfrm>
            <a:off x="9765960" y="1884798"/>
            <a:ext cx="2174930" cy="872382"/>
          </a:xfrm>
          <a:prstGeom prst="roundRect">
            <a:avLst>
              <a:gd name="adj" fmla="val 8192"/>
            </a:avLst>
          </a:prstGeom>
          <a:solidFill>
            <a:srgbClr val="171719"/>
          </a:solidFill>
          <a:ln>
            <a:gradFill flip="none" rotWithShape="1">
              <a:gsLst>
                <a:gs pos="0">
                  <a:srgbClr val="171719">
                    <a:lumMod val="82000"/>
                    <a:alpha val="96000"/>
                  </a:srgbClr>
                </a:gs>
                <a:gs pos="71000">
                  <a:srgbClr val="0070C0"/>
                </a:gs>
                <a:gs pos="100000">
                  <a:srgbClr val="7BBCFD"/>
                </a:gs>
              </a:gsLst>
              <a:lin ang="18900000" scaled="1"/>
              <a:tileRect/>
            </a:gradFill>
          </a:ln>
          <a:effectLst>
            <a:innerShdw blurRad="63500" dist="50800" dir="10800000">
              <a:prstClr val="black">
                <a:alpha val="31000"/>
              </a:prstClr>
            </a:innerShdw>
          </a:effectLst>
          <a:scene3d>
            <a:camera prst="orthographicFront"/>
            <a:lightRig rig="fla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E5016CDE-0A7E-3E64-D8F7-536CF04CAC32}"/>
              </a:ext>
            </a:extLst>
          </p:cNvPr>
          <p:cNvSpPr/>
          <p:nvPr/>
        </p:nvSpPr>
        <p:spPr>
          <a:xfrm>
            <a:off x="9768417" y="2952139"/>
            <a:ext cx="2172473" cy="872382"/>
          </a:xfrm>
          <a:prstGeom prst="roundRect">
            <a:avLst>
              <a:gd name="adj" fmla="val 8192"/>
            </a:avLst>
          </a:prstGeom>
          <a:solidFill>
            <a:srgbClr val="171719"/>
          </a:solidFill>
          <a:ln>
            <a:gradFill flip="none" rotWithShape="1">
              <a:gsLst>
                <a:gs pos="0">
                  <a:srgbClr val="171719">
                    <a:lumMod val="82000"/>
                    <a:alpha val="96000"/>
                  </a:srgbClr>
                </a:gs>
                <a:gs pos="71000">
                  <a:srgbClr val="0070C0"/>
                </a:gs>
                <a:gs pos="100000">
                  <a:srgbClr val="7BBCFD"/>
                </a:gs>
              </a:gsLst>
              <a:lin ang="18900000" scaled="1"/>
              <a:tileRect/>
            </a:gradFill>
          </a:ln>
          <a:effectLst>
            <a:innerShdw blurRad="63500" dist="50800" dir="10800000">
              <a:prstClr val="black">
                <a:alpha val="31000"/>
              </a:prstClr>
            </a:innerShdw>
          </a:effectLst>
          <a:scene3d>
            <a:camera prst="orthographicFront"/>
            <a:lightRig rig="fla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473E9738-2541-7E69-7629-A70F86D89977}"/>
              </a:ext>
            </a:extLst>
          </p:cNvPr>
          <p:cNvSpPr/>
          <p:nvPr/>
        </p:nvSpPr>
        <p:spPr>
          <a:xfrm>
            <a:off x="1523404" y="4190881"/>
            <a:ext cx="4722122" cy="2389279"/>
          </a:xfrm>
          <a:prstGeom prst="roundRect">
            <a:avLst>
              <a:gd name="adj" fmla="val 8192"/>
            </a:avLst>
          </a:prstGeom>
          <a:solidFill>
            <a:srgbClr val="171719"/>
          </a:solidFill>
          <a:ln>
            <a:gradFill flip="none" rotWithShape="1">
              <a:gsLst>
                <a:gs pos="0">
                  <a:srgbClr val="171719">
                    <a:lumMod val="82000"/>
                    <a:alpha val="96000"/>
                  </a:srgbClr>
                </a:gs>
                <a:gs pos="71000">
                  <a:srgbClr val="0070C0"/>
                </a:gs>
                <a:gs pos="100000">
                  <a:srgbClr val="7BBCFD"/>
                </a:gs>
              </a:gsLst>
              <a:lin ang="18900000" scaled="1"/>
              <a:tileRect/>
            </a:gradFill>
          </a:ln>
          <a:effectLst>
            <a:innerShdw blurRad="63500" dist="50800" dir="10800000">
              <a:prstClr val="black">
                <a:alpha val="31000"/>
              </a:prstClr>
            </a:innerShdw>
          </a:effectLst>
          <a:scene3d>
            <a:camera prst="orthographicFront"/>
            <a:lightRig rig="fla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EAE864BE-CDB1-0B17-6A87-4405237B378B}"/>
              </a:ext>
            </a:extLst>
          </p:cNvPr>
          <p:cNvSpPr/>
          <p:nvPr/>
        </p:nvSpPr>
        <p:spPr>
          <a:xfrm>
            <a:off x="6348677" y="3577567"/>
            <a:ext cx="3186195" cy="3041420"/>
          </a:xfrm>
          <a:prstGeom prst="roundRect">
            <a:avLst>
              <a:gd name="adj" fmla="val 8192"/>
            </a:avLst>
          </a:prstGeom>
          <a:solidFill>
            <a:srgbClr val="171719"/>
          </a:solidFill>
          <a:ln>
            <a:gradFill flip="none" rotWithShape="1">
              <a:gsLst>
                <a:gs pos="0">
                  <a:srgbClr val="171719">
                    <a:lumMod val="82000"/>
                    <a:alpha val="96000"/>
                  </a:srgbClr>
                </a:gs>
                <a:gs pos="71000">
                  <a:srgbClr val="0070C0"/>
                </a:gs>
                <a:gs pos="100000">
                  <a:srgbClr val="7BBCFD"/>
                </a:gs>
              </a:gsLst>
              <a:lin ang="18900000" scaled="1"/>
              <a:tileRect/>
            </a:gradFill>
          </a:ln>
          <a:effectLst>
            <a:innerShdw blurRad="63500" dist="50800" dir="10800000">
              <a:prstClr val="black">
                <a:alpha val="31000"/>
              </a:prstClr>
            </a:innerShdw>
          </a:effectLst>
          <a:scene3d>
            <a:camera prst="orthographicFront"/>
            <a:lightRig rig="fla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67E4CFE5-50AC-1044-14D8-DD5B112C69B8}"/>
              </a:ext>
            </a:extLst>
          </p:cNvPr>
          <p:cNvSpPr/>
          <p:nvPr/>
        </p:nvSpPr>
        <p:spPr>
          <a:xfrm>
            <a:off x="9634609" y="4123744"/>
            <a:ext cx="2306281" cy="2438044"/>
          </a:xfrm>
          <a:prstGeom prst="roundRect">
            <a:avLst>
              <a:gd name="adj" fmla="val 8192"/>
            </a:avLst>
          </a:prstGeom>
          <a:solidFill>
            <a:srgbClr val="171719"/>
          </a:solidFill>
          <a:ln>
            <a:gradFill flip="none" rotWithShape="1">
              <a:gsLst>
                <a:gs pos="0">
                  <a:srgbClr val="171719">
                    <a:lumMod val="82000"/>
                    <a:alpha val="96000"/>
                  </a:srgbClr>
                </a:gs>
                <a:gs pos="71000">
                  <a:srgbClr val="0070C0"/>
                </a:gs>
                <a:gs pos="100000">
                  <a:srgbClr val="7BBCFD"/>
                </a:gs>
              </a:gsLst>
              <a:lin ang="18900000" scaled="1"/>
              <a:tileRect/>
            </a:gradFill>
          </a:ln>
          <a:effectLst>
            <a:innerShdw blurRad="63500" dist="50800" dir="10800000">
              <a:prstClr val="black">
                <a:alpha val="31000"/>
              </a:prstClr>
            </a:innerShdw>
          </a:effectLst>
          <a:scene3d>
            <a:camera prst="orthographicFront"/>
            <a:lightRig rig="fla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30" name="Imagem 29">
            <a:extLst>
              <a:ext uri="{FF2B5EF4-FFF2-40B4-BE49-F238E27FC236}">
                <a16:creationId xmlns:a16="http://schemas.microsoft.com/office/drawing/2014/main" id="{F02E98C1-48D4-19B5-388F-189709E5532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20544" y="111760"/>
            <a:ext cx="728133" cy="728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007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5555"/>
    </mc:Choice>
    <mc:Fallback xmlns="">
      <p:transition spd="slow" advTm="55555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D98144-4942-D9A5-ABA4-661F4262F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E6783F48-3844-3B28-AFC5-9CC4273EA4A7}"/>
              </a:ext>
            </a:extLst>
          </p:cNvPr>
          <p:cNvSpPr/>
          <p:nvPr/>
        </p:nvSpPr>
        <p:spPr>
          <a:xfrm>
            <a:off x="0" y="1"/>
            <a:ext cx="12192000" cy="6858000"/>
          </a:xfrm>
          <a:prstGeom prst="roundRect">
            <a:avLst>
              <a:gd name="adj" fmla="val 0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6B9E6975-3DEE-220A-6FB3-C415FCB479F0}"/>
              </a:ext>
            </a:extLst>
          </p:cNvPr>
          <p:cNvSpPr/>
          <p:nvPr/>
        </p:nvSpPr>
        <p:spPr>
          <a:xfrm>
            <a:off x="1307707" y="111760"/>
            <a:ext cx="10712001" cy="6634480"/>
          </a:xfrm>
          <a:prstGeom prst="roundRect">
            <a:avLst>
              <a:gd name="adj" fmla="val 4790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BF421681-65E7-EB0B-F054-55C34433514B}"/>
              </a:ext>
            </a:extLst>
          </p:cNvPr>
          <p:cNvSpPr txBox="1"/>
          <p:nvPr/>
        </p:nvSpPr>
        <p:spPr>
          <a:xfrm>
            <a:off x="1481583" y="296211"/>
            <a:ext cx="43434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>
                <a:solidFill>
                  <a:schemeClr val="bg1"/>
                </a:solidFill>
                <a:latin typeface="Montserrat" panose="00000500000000000000" pitchFamily="2" charset="0"/>
              </a:rPr>
              <a:t>GuardianSure – Apólice de seguro (2/2)</a:t>
            </a:r>
          </a:p>
        </p:txBody>
      </p:sp>
      <p:pic>
        <p:nvPicPr>
          <p:cNvPr id="3" name="Imagem 2" descr="Uma imagem com texto, logótipo, símbolo, Tipo de letra&#10;&#10;Os conteúdos gerados por IA poderão estar incorretos.">
            <a:extLst>
              <a:ext uri="{FF2B5EF4-FFF2-40B4-BE49-F238E27FC236}">
                <a16:creationId xmlns:a16="http://schemas.microsoft.com/office/drawing/2014/main" id="{F7235ED6-D5AB-47D5-3AF8-BC65AD1034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816" y="208715"/>
            <a:ext cx="1398366" cy="1398366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4BEA8B2B-4EDB-32A4-D58E-091A377F58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356" y="1968433"/>
            <a:ext cx="766800" cy="766800"/>
          </a:xfrm>
          <a:prstGeom prst="rect">
            <a:avLst/>
          </a:prstGeom>
          <a:effectLst/>
          <a:scene3d>
            <a:camera prst="isometricOffAxis1Right"/>
            <a:lightRig rig="threePt" dir="t"/>
          </a:scene3d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F760E7A4-52BD-9AD5-CB66-A8BAF7C566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8447" y="2968883"/>
            <a:ext cx="765716" cy="765716"/>
          </a:xfrm>
          <a:prstGeom prst="rect">
            <a:avLst/>
          </a:prstGeom>
          <a:effectLst>
            <a:glow rad="101600">
              <a:schemeClr val="accent4">
                <a:satMod val="175000"/>
                <a:alpha val="40000"/>
              </a:schemeClr>
            </a:glow>
          </a:effectLst>
          <a:scene3d>
            <a:camera prst="isometricOffAxis1Right"/>
            <a:lightRig rig="threePt" dir="t"/>
          </a:scene3d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997DB690-3913-5158-DDE2-2C2F7E890FF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2420" y="3968249"/>
            <a:ext cx="765716" cy="765716"/>
          </a:xfrm>
          <a:prstGeom prst="rect">
            <a:avLst/>
          </a:prstGeom>
          <a:effectLst/>
          <a:scene3d>
            <a:camera prst="isometricOffAxis1Right"/>
            <a:lightRig rig="threePt" dir="t"/>
          </a:scene3d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C57C7EEE-13AD-9C22-FEF0-3CDD0AF7C84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1376" y="4964131"/>
            <a:ext cx="765717" cy="765717"/>
          </a:xfrm>
          <a:prstGeom prst="rect">
            <a:avLst/>
          </a:prstGeom>
          <a:effectLst/>
          <a:scene3d>
            <a:camera prst="isometricOffAxis1Right"/>
            <a:lightRig rig="threePt" dir="t"/>
          </a:scene3d>
        </p:spPr>
      </p:pic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20E94DC7-67A0-BE1D-7F31-835242B08C22}"/>
              </a:ext>
            </a:extLst>
          </p:cNvPr>
          <p:cNvSpPr/>
          <p:nvPr/>
        </p:nvSpPr>
        <p:spPr>
          <a:xfrm>
            <a:off x="1470967" y="910431"/>
            <a:ext cx="3608002" cy="1753331"/>
          </a:xfrm>
          <a:prstGeom prst="roundRect">
            <a:avLst>
              <a:gd name="adj" fmla="val 8192"/>
            </a:avLst>
          </a:prstGeom>
          <a:solidFill>
            <a:srgbClr val="171719"/>
          </a:solidFill>
          <a:ln>
            <a:gradFill flip="none" rotWithShape="1">
              <a:gsLst>
                <a:gs pos="0">
                  <a:srgbClr val="171719">
                    <a:lumMod val="82000"/>
                    <a:alpha val="96000"/>
                  </a:srgbClr>
                </a:gs>
                <a:gs pos="71000">
                  <a:srgbClr val="0070C0"/>
                </a:gs>
                <a:gs pos="100000">
                  <a:srgbClr val="7BBCFD"/>
                </a:gs>
              </a:gsLst>
              <a:lin ang="18900000" scaled="1"/>
              <a:tileRect/>
            </a:gradFill>
          </a:ln>
          <a:effectLst>
            <a:innerShdw blurRad="63500" dist="50800" dir="10800000">
              <a:prstClr val="black">
                <a:alpha val="31000"/>
              </a:prstClr>
            </a:innerShdw>
          </a:effectLst>
          <a:scene3d>
            <a:camera prst="orthographicFront"/>
            <a:lightRig rig="fla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6A88CAC4-26A3-0A22-278E-5CF90F0EE717}"/>
              </a:ext>
            </a:extLst>
          </p:cNvPr>
          <p:cNvSpPr/>
          <p:nvPr/>
        </p:nvSpPr>
        <p:spPr>
          <a:xfrm>
            <a:off x="5195744" y="814995"/>
            <a:ext cx="2882742" cy="1974614"/>
          </a:xfrm>
          <a:prstGeom prst="roundRect">
            <a:avLst>
              <a:gd name="adj" fmla="val 8192"/>
            </a:avLst>
          </a:prstGeom>
          <a:solidFill>
            <a:srgbClr val="171719"/>
          </a:solidFill>
          <a:ln>
            <a:gradFill flip="none" rotWithShape="1">
              <a:gsLst>
                <a:gs pos="0">
                  <a:srgbClr val="171719">
                    <a:lumMod val="82000"/>
                    <a:alpha val="96000"/>
                  </a:srgbClr>
                </a:gs>
                <a:gs pos="71000">
                  <a:srgbClr val="0070C0"/>
                </a:gs>
                <a:gs pos="100000">
                  <a:srgbClr val="7BBCFD"/>
                </a:gs>
              </a:gsLst>
              <a:lin ang="18900000" scaled="1"/>
              <a:tileRect/>
            </a:gradFill>
          </a:ln>
          <a:effectLst>
            <a:innerShdw blurRad="63500" dist="50800" dir="10800000">
              <a:prstClr val="black">
                <a:alpha val="31000"/>
              </a:prstClr>
            </a:innerShdw>
          </a:effectLst>
          <a:scene3d>
            <a:camera prst="orthographicFront"/>
            <a:lightRig rig="fla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0C75659A-ACE8-7C57-3DB8-51CAE8AA70E1}"/>
              </a:ext>
            </a:extLst>
          </p:cNvPr>
          <p:cNvSpPr/>
          <p:nvPr/>
        </p:nvSpPr>
        <p:spPr>
          <a:xfrm>
            <a:off x="9644967" y="2901373"/>
            <a:ext cx="2306280" cy="872382"/>
          </a:xfrm>
          <a:prstGeom prst="roundRect">
            <a:avLst>
              <a:gd name="adj" fmla="val 8192"/>
            </a:avLst>
          </a:prstGeom>
          <a:solidFill>
            <a:srgbClr val="171719"/>
          </a:solidFill>
          <a:ln>
            <a:gradFill flip="none" rotWithShape="1">
              <a:gsLst>
                <a:gs pos="0">
                  <a:srgbClr val="171719">
                    <a:lumMod val="82000"/>
                    <a:alpha val="96000"/>
                  </a:srgbClr>
                </a:gs>
                <a:gs pos="71000">
                  <a:srgbClr val="0070C0"/>
                </a:gs>
                <a:gs pos="100000">
                  <a:srgbClr val="7BBCFD"/>
                </a:gs>
              </a:gsLst>
              <a:lin ang="18900000" scaled="1"/>
              <a:tileRect/>
            </a:gradFill>
          </a:ln>
          <a:effectLst>
            <a:innerShdw blurRad="63500" dist="50800" dir="10800000">
              <a:prstClr val="black">
                <a:alpha val="31000"/>
              </a:prstClr>
            </a:innerShdw>
          </a:effectLst>
          <a:scene3d>
            <a:camera prst="orthographicFront"/>
            <a:lightRig rig="fla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4ED64EAC-9E86-904E-7BA1-D2928C0D1763}"/>
              </a:ext>
            </a:extLst>
          </p:cNvPr>
          <p:cNvSpPr/>
          <p:nvPr/>
        </p:nvSpPr>
        <p:spPr>
          <a:xfrm>
            <a:off x="7238552" y="2901376"/>
            <a:ext cx="2296320" cy="872382"/>
          </a:xfrm>
          <a:prstGeom prst="roundRect">
            <a:avLst>
              <a:gd name="adj" fmla="val 8192"/>
            </a:avLst>
          </a:prstGeom>
          <a:solidFill>
            <a:srgbClr val="171719"/>
          </a:solidFill>
          <a:ln>
            <a:gradFill flip="none" rotWithShape="1">
              <a:gsLst>
                <a:gs pos="0">
                  <a:srgbClr val="171719">
                    <a:lumMod val="82000"/>
                    <a:alpha val="96000"/>
                  </a:srgbClr>
                </a:gs>
                <a:gs pos="71000">
                  <a:srgbClr val="0070C0"/>
                </a:gs>
                <a:gs pos="100000">
                  <a:srgbClr val="7BBCFD"/>
                </a:gs>
              </a:gsLst>
              <a:lin ang="18900000" scaled="1"/>
              <a:tileRect/>
            </a:gradFill>
          </a:ln>
          <a:effectLst>
            <a:innerShdw blurRad="63500" dist="50800" dir="10800000">
              <a:prstClr val="black">
                <a:alpha val="31000"/>
              </a:prstClr>
            </a:innerShdw>
          </a:effectLst>
          <a:scene3d>
            <a:camera prst="orthographicFront"/>
            <a:lightRig rig="fla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B16A5417-227F-C43A-6176-8C42E5CB05F1}"/>
              </a:ext>
            </a:extLst>
          </p:cNvPr>
          <p:cNvSpPr/>
          <p:nvPr/>
        </p:nvSpPr>
        <p:spPr>
          <a:xfrm>
            <a:off x="1523404" y="3707185"/>
            <a:ext cx="4722122" cy="2872975"/>
          </a:xfrm>
          <a:prstGeom prst="roundRect">
            <a:avLst>
              <a:gd name="adj" fmla="val 8192"/>
            </a:avLst>
          </a:prstGeom>
          <a:solidFill>
            <a:srgbClr val="171719"/>
          </a:solidFill>
          <a:ln>
            <a:gradFill flip="none" rotWithShape="1">
              <a:gsLst>
                <a:gs pos="0">
                  <a:srgbClr val="171719">
                    <a:lumMod val="82000"/>
                    <a:alpha val="96000"/>
                  </a:srgbClr>
                </a:gs>
                <a:gs pos="71000">
                  <a:srgbClr val="0070C0"/>
                </a:gs>
                <a:gs pos="100000">
                  <a:srgbClr val="7BBCFD"/>
                </a:gs>
              </a:gsLst>
              <a:lin ang="18900000" scaled="1"/>
              <a:tileRect/>
            </a:gradFill>
          </a:ln>
          <a:effectLst>
            <a:innerShdw blurRad="63500" dist="50800" dir="10800000">
              <a:prstClr val="black">
                <a:alpha val="31000"/>
              </a:prstClr>
            </a:innerShdw>
          </a:effectLst>
          <a:scene3d>
            <a:camera prst="orthographicFront"/>
            <a:lightRig rig="fla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B28DBE35-A2B2-D014-F096-A98A18EFCCCA}"/>
              </a:ext>
            </a:extLst>
          </p:cNvPr>
          <p:cNvSpPr/>
          <p:nvPr/>
        </p:nvSpPr>
        <p:spPr>
          <a:xfrm>
            <a:off x="6763195" y="5236233"/>
            <a:ext cx="2771677" cy="1382753"/>
          </a:xfrm>
          <a:prstGeom prst="roundRect">
            <a:avLst>
              <a:gd name="adj" fmla="val 8192"/>
            </a:avLst>
          </a:prstGeom>
          <a:solidFill>
            <a:srgbClr val="171719"/>
          </a:solidFill>
          <a:ln>
            <a:gradFill flip="none" rotWithShape="1">
              <a:gsLst>
                <a:gs pos="0">
                  <a:srgbClr val="171719">
                    <a:lumMod val="82000"/>
                    <a:alpha val="96000"/>
                  </a:srgbClr>
                </a:gs>
                <a:gs pos="71000">
                  <a:srgbClr val="0070C0"/>
                </a:gs>
                <a:gs pos="100000">
                  <a:srgbClr val="7BBCFD"/>
                </a:gs>
              </a:gsLst>
              <a:lin ang="18900000" scaled="1"/>
              <a:tileRect/>
            </a:gradFill>
          </a:ln>
          <a:effectLst>
            <a:innerShdw blurRad="63500" dist="50800" dir="10800000">
              <a:prstClr val="black">
                <a:alpha val="31000"/>
              </a:prstClr>
            </a:innerShdw>
          </a:effectLst>
          <a:scene3d>
            <a:camera prst="orthographicFront"/>
            <a:lightRig rig="fla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DB5B79D6-DAAE-CDA4-CB1F-55700CDEEBE2}"/>
              </a:ext>
            </a:extLst>
          </p:cNvPr>
          <p:cNvSpPr/>
          <p:nvPr/>
        </p:nvSpPr>
        <p:spPr>
          <a:xfrm>
            <a:off x="9634609" y="3885520"/>
            <a:ext cx="2306281" cy="2714370"/>
          </a:xfrm>
          <a:prstGeom prst="roundRect">
            <a:avLst>
              <a:gd name="adj" fmla="val 8192"/>
            </a:avLst>
          </a:prstGeom>
          <a:solidFill>
            <a:srgbClr val="171719"/>
          </a:solidFill>
          <a:ln>
            <a:gradFill flip="none" rotWithShape="1">
              <a:gsLst>
                <a:gs pos="0">
                  <a:srgbClr val="171719">
                    <a:lumMod val="82000"/>
                    <a:alpha val="96000"/>
                  </a:srgbClr>
                </a:gs>
                <a:gs pos="71000">
                  <a:srgbClr val="0070C0"/>
                </a:gs>
                <a:gs pos="100000">
                  <a:srgbClr val="7BBCFD"/>
                </a:gs>
              </a:gsLst>
              <a:lin ang="18900000" scaled="1"/>
              <a:tileRect/>
            </a:gradFill>
          </a:ln>
          <a:effectLst>
            <a:innerShdw blurRad="63500" dist="50800" dir="10800000">
              <a:prstClr val="black">
                <a:alpha val="31000"/>
              </a:prstClr>
            </a:innerShdw>
          </a:effectLst>
          <a:scene3d>
            <a:camera prst="orthographicFront"/>
            <a:lightRig rig="fla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30" name="Imagem 29">
            <a:extLst>
              <a:ext uri="{FF2B5EF4-FFF2-40B4-BE49-F238E27FC236}">
                <a16:creationId xmlns:a16="http://schemas.microsoft.com/office/drawing/2014/main" id="{0568C656-8D9B-20FF-5593-45B8D2E1CC2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0800000">
            <a:off x="5662878" y="111760"/>
            <a:ext cx="728133" cy="728133"/>
          </a:xfrm>
          <a:prstGeom prst="rect">
            <a:avLst/>
          </a:prstGeom>
        </p:spPr>
      </p:pic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EDE6F743-F39C-1043-2A4E-982BC1E8AF01}"/>
              </a:ext>
            </a:extLst>
          </p:cNvPr>
          <p:cNvSpPr/>
          <p:nvPr/>
        </p:nvSpPr>
        <p:spPr>
          <a:xfrm>
            <a:off x="1393893" y="3582064"/>
            <a:ext cx="2242480" cy="347359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7BBCF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A27A0953-CDC9-2C91-7374-DAED40C077AF}"/>
              </a:ext>
            </a:extLst>
          </p:cNvPr>
          <p:cNvSpPr txBox="1"/>
          <p:nvPr/>
        </p:nvSpPr>
        <p:spPr>
          <a:xfrm>
            <a:off x="748631" y="3623911"/>
            <a:ext cx="290391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050" dirty="0">
                <a:solidFill>
                  <a:schemeClr val="bg1"/>
                </a:solidFill>
                <a:latin typeface="Montserrat Bold" panose="00000800000000000000" pitchFamily="2" charset="0"/>
              </a:rPr>
              <a:t>Resumo Financeiro do Cliente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A3E97F41-BF10-0C75-A391-5B19FF6C4082}"/>
              </a:ext>
            </a:extLst>
          </p:cNvPr>
          <p:cNvSpPr/>
          <p:nvPr/>
        </p:nvSpPr>
        <p:spPr>
          <a:xfrm>
            <a:off x="3867964" y="3384502"/>
            <a:ext cx="2771677" cy="653353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7BBCF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C562F431-2679-2556-BE95-E8C237C09494}"/>
              </a:ext>
            </a:extLst>
          </p:cNvPr>
          <p:cNvSpPr/>
          <p:nvPr/>
        </p:nvSpPr>
        <p:spPr>
          <a:xfrm>
            <a:off x="8243012" y="914519"/>
            <a:ext cx="3697877" cy="1875089"/>
          </a:xfrm>
          <a:prstGeom prst="roundRect">
            <a:avLst>
              <a:gd name="adj" fmla="val 8192"/>
            </a:avLst>
          </a:prstGeom>
          <a:solidFill>
            <a:srgbClr val="171719"/>
          </a:solidFill>
          <a:ln>
            <a:gradFill flip="none" rotWithShape="1">
              <a:gsLst>
                <a:gs pos="0">
                  <a:srgbClr val="171719">
                    <a:lumMod val="82000"/>
                    <a:alpha val="96000"/>
                  </a:srgbClr>
                </a:gs>
                <a:gs pos="71000">
                  <a:srgbClr val="0070C0"/>
                </a:gs>
                <a:gs pos="100000">
                  <a:srgbClr val="7BBCFD"/>
                </a:gs>
              </a:gsLst>
              <a:lin ang="18900000" scaled="1"/>
              <a:tileRect/>
            </a:gradFill>
          </a:ln>
          <a:effectLst>
            <a:innerShdw blurRad="63500" dist="50800" dir="10800000">
              <a:prstClr val="black">
                <a:alpha val="31000"/>
              </a:prstClr>
            </a:innerShdw>
          </a:effectLst>
          <a:scene3d>
            <a:camera prst="orthographicFront"/>
            <a:lightRig rig="fla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B61CF985-B03E-FC33-219B-41782D02C3BE}"/>
              </a:ext>
            </a:extLst>
          </p:cNvPr>
          <p:cNvSpPr/>
          <p:nvPr/>
        </p:nvSpPr>
        <p:spPr>
          <a:xfrm>
            <a:off x="6763195" y="3885520"/>
            <a:ext cx="2771677" cy="1238951"/>
          </a:xfrm>
          <a:prstGeom prst="roundRect">
            <a:avLst>
              <a:gd name="adj" fmla="val 8192"/>
            </a:avLst>
          </a:prstGeom>
          <a:solidFill>
            <a:srgbClr val="171719"/>
          </a:solidFill>
          <a:ln>
            <a:gradFill flip="none" rotWithShape="1">
              <a:gsLst>
                <a:gs pos="0">
                  <a:srgbClr val="171719">
                    <a:lumMod val="82000"/>
                    <a:alpha val="96000"/>
                  </a:srgbClr>
                </a:gs>
                <a:gs pos="71000">
                  <a:srgbClr val="0070C0"/>
                </a:gs>
                <a:gs pos="100000">
                  <a:srgbClr val="7BBCFD"/>
                </a:gs>
              </a:gsLst>
              <a:lin ang="18900000" scaled="1"/>
              <a:tileRect/>
            </a:gradFill>
          </a:ln>
          <a:effectLst>
            <a:innerShdw blurRad="63500" dist="50800" dir="10800000">
              <a:prstClr val="black">
                <a:alpha val="31000"/>
              </a:prstClr>
            </a:innerShdw>
          </a:effectLst>
          <a:scene3d>
            <a:camera prst="orthographicFront"/>
            <a:lightRig rig="fla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9973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5555"/>
    </mc:Choice>
    <mc:Fallback xmlns="">
      <p:transition spd="slow" advTm="55555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B73E4F-7A59-702F-ACE6-557C72C7D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FCE26F6B-7171-45F2-0158-B98540FCE240}"/>
              </a:ext>
            </a:extLst>
          </p:cNvPr>
          <p:cNvSpPr/>
          <p:nvPr/>
        </p:nvSpPr>
        <p:spPr>
          <a:xfrm>
            <a:off x="0" y="1"/>
            <a:ext cx="12192000" cy="6858000"/>
          </a:xfrm>
          <a:prstGeom prst="roundRect">
            <a:avLst>
              <a:gd name="adj" fmla="val 0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049F849A-A1D4-072E-7BA4-75AF23040802}"/>
              </a:ext>
            </a:extLst>
          </p:cNvPr>
          <p:cNvSpPr/>
          <p:nvPr/>
        </p:nvSpPr>
        <p:spPr>
          <a:xfrm>
            <a:off x="1307707" y="111760"/>
            <a:ext cx="10712001" cy="6634480"/>
          </a:xfrm>
          <a:prstGeom prst="roundRect">
            <a:avLst>
              <a:gd name="adj" fmla="val 4790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3C51FDE4-A1F2-FB43-54A2-35965A12527B}"/>
              </a:ext>
            </a:extLst>
          </p:cNvPr>
          <p:cNvSpPr txBox="1"/>
          <p:nvPr/>
        </p:nvSpPr>
        <p:spPr>
          <a:xfrm>
            <a:off x="1481583" y="296211"/>
            <a:ext cx="42848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>
                <a:solidFill>
                  <a:schemeClr val="bg1"/>
                </a:solidFill>
                <a:latin typeface="Montserrat" panose="00000500000000000000" pitchFamily="2" charset="0"/>
              </a:rPr>
              <a:t>GuardianSure – Sinistralidade</a:t>
            </a:r>
          </a:p>
        </p:txBody>
      </p:sp>
      <p:pic>
        <p:nvPicPr>
          <p:cNvPr id="3" name="Imagem 2" descr="Uma imagem com texto, logótipo, símbolo, Tipo de letra&#10;&#10;Os conteúdos gerados por IA poderão estar incorretos.">
            <a:extLst>
              <a:ext uri="{FF2B5EF4-FFF2-40B4-BE49-F238E27FC236}">
                <a16:creationId xmlns:a16="http://schemas.microsoft.com/office/drawing/2014/main" id="{9D5431E4-10BD-9A00-8392-3B6DF8108B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816" y="208715"/>
            <a:ext cx="1398366" cy="1398366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BD9E7BD2-6131-8D12-9061-9DEA62D7F7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356" y="1968433"/>
            <a:ext cx="766800" cy="766800"/>
          </a:xfrm>
          <a:prstGeom prst="rect">
            <a:avLst/>
          </a:prstGeom>
          <a:effectLst/>
          <a:scene3d>
            <a:camera prst="isometricOffAxis1Right"/>
            <a:lightRig rig="threePt" dir="t"/>
          </a:scene3d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9E075A74-2AE3-4735-F29F-B678AF8B87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8447" y="2968883"/>
            <a:ext cx="765716" cy="765716"/>
          </a:xfrm>
          <a:prstGeom prst="rect">
            <a:avLst/>
          </a:prstGeom>
          <a:effectLst/>
          <a:scene3d>
            <a:camera prst="isometricOffAxis1Right"/>
            <a:lightRig rig="threePt" dir="t"/>
          </a:scene3d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597FE488-205F-D09C-9B5E-E2246D16D74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2420" y="3968249"/>
            <a:ext cx="765716" cy="765716"/>
          </a:xfrm>
          <a:prstGeom prst="rect">
            <a:avLst/>
          </a:prstGeom>
          <a:effectLst>
            <a:glow rad="101600">
              <a:srgbClr val="159B8C">
                <a:alpha val="40000"/>
              </a:srgbClr>
            </a:glow>
          </a:effectLst>
          <a:scene3d>
            <a:camera prst="isometricOffAxis1Right"/>
            <a:lightRig rig="threePt" dir="t"/>
          </a:scene3d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D9A26373-AF55-FDBE-9AB4-5143A1FE949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1376" y="4964131"/>
            <a:ext cx="765717" cy="765717"/>
          </a:xfrm>
          <a:prstGeom prst="rect">
            <a:avLst/>
          </a:prstGeom>
          <a:effectLst/>
          <a:scene3d>
            <a:camera prst="isometricOffAxis1Right"/>
            <a:lightRig rig="threePt" dir="t"/>
          </a:scene3d>
        </p:spPr>
      </p:pic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A6E0246D-118D-701A-4AB6-0EF01161C3E1}"/>
              </a:ext>
            </a:extLst>
          </p:cNvPr>
          <p:cNvSpPr/>
          <p:nvPr/>
        </p:nvSpPr>
        <p:spPr>
          <a:xfrm>
            <a:off x="1481584" y="1076528"/>
            <a:ext cx="4284855" cy="2389278"/>
          </a:xfrm>
          <a:prstGeom prst="roundRect">
            <a:avLst>
              <a:gd name="adj" fmla="val 8192"/>
            </a:avLst>
          </a:prstGeom>
          <a:solidFill>
            <a:srgbClr val="171719"/>
          </a:solidFill>
          <a:ln>
            <a:gradFill flip="none" rotWithShape="1">
              <a:gsLst>
                <a:gs pos="0">
                  <a:srgbClr val="171719">
                    <a:lumMod val="82000"/>
                    <a:alpha val="96000"/>
                  </a:srgbClr>
                </a:gs>
                <a:gs pos="71000">
                  <a:srgbClr val="093F39"/>
                </a:gs>
                <a:gs pos="100000">
                  <a:srgbClr val="1AC0AD"/>
                </a:gs>
              </a:gsLst>
              <a:lin ang="18900000" scaled="1"/>
              <a:tileRect/>
            </a:gradFill>
          </a:ln>
          <a:effectLst>
            <a:innerShdw blurRad="63500" dist="50800" dir="10800000">
              <a:prstClr val="black">
                <a:alpha val="31000"/>
              </a:prstClr>
            </a:innerShdw>
          </a:effectLst>
          <a:scene3d>
            <a:camera prst="orthographicFront"/>
            <a:lightRig rig="fla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AB284288-157C-F751-77C1-9409C4039848}"/>
              </a:ext>
            </a:extLst>
          </p:cNvPr>
          <p:cNvSpPr/>
          <p:nvPr/>
        </p:nvSpPr>
        <p:spPr>
          <a:xfrm>
            <a:off x="5881490" y="1074218"/>
            <a:ext cx="2764742" cy="2389278"/>
          </a:xfrm>
          <a:prstGeom prst="roundRect">
            <a:avLst>
              <a:gd name="adj" fmla="val 8192"/>
            </a:avLst>
          </a:prstGeom>
          <a:solidFill>
            <a:srgbClr val="171719"/>
          </a:solidFill>
          <a:ln>
            <a:gradFill flip="none" rotWithShape="1">
              <a:gsLst>
                <a:gs pos="0">
                  <a:srgbClr val="171719">
                    <a:lumMod val="82000"/>
                    <a:alpha val="96000"/>
                  </a:srgbClr>
                </a:gs>
                <a:gs pos="71000">
                  <a:srgbClr val="093F39"/>
                </a:gs>
                <a:gs pos="100000">
                  <a:srgbClr val="1AC0AD"/>
                </a:gs>
              </a:gsLst>
              <a:lin ang="18900000" scaled="1"/>
              <a:tileRect/>
            </a:gradFill>
          </a:ln>
          <a:effectLst>
            <a:innerShdw blurRad="63500" dist="50800" dir="10800000">
              <a:prstClr val="black">
                <a:alpha val="31000"/>
              </a:prstClr>
            </a:innerShdw>
          </a:effectLst>
          <a:scene3d>
            <a:camera prst="orthographicFront"/>
            <a:lightRig rig="fla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FDB84D4C-EA9B-C774-B7C5-9A6262BC89B7}"/>
              </a:ext>
            </a:extLst>
          </p:cNvPr>
          <p:cNvSpPr/>
          <p:nvPr/>
        </p:nvSpPr>
        <p:spPr>
          <a:xfrm>
            <a:off x="9282747" y="814730"/>
            <a:ext cx="2172473" cy="872382"/>
          </a:xfrm>
          <a:prstGeom prst="roundRect">
            <a:avLst>
              <a:gd name="adj" fmla="val 8192"/>
            </a:avLst>
          </a:prstGeom>
          <a:solidFill>
            <a:srgbClr val="171719"/>
          </a:solidFill>
          <a:ln>
            <a:gradFill flip="none" rotWithShape="1">
              <a:gsLst>
                <a:gs pos="0">
                  <a:srgbClr val="171719">
                    <a:lumMod val="82000"/>
                    <a:alpha val="96000"/>
                  </a:srgbClr>
                </a:gs>
                <a:gs pos="71000">
                  <a:srgbClr val="093F39"/>
                </a:gs>
                <a:gs pos="100000">
                  <a:srgbClr val="1AC0AD"/>
                </a:gs>
              </a:gsLst>
              <a:lin ang="18900000" scaled="1"/>
              <a:tileRect/>
            </a:gradFill>
          </a:ln>
          <a:effectLst>
            <a:innerShdw blurRad="63500" dist="50800" dir="10800000">
              <a:prstClr val="black">
                <a:alpha val="31000"/>
              </a:prstClr>
            </a:innerShdw>
          </a:effectLst>
          <a:scene3d>
            <a:camera prst="orthographicFront"/>
            <a:lightRig rig="fla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86BE6DAF-DA3B-016A-3902-A5B1978FE122}"/>
              </a:ext>
            </a:extLst>
          </p:cNvPr>
          <p:cNvSpPr/>
          <p:nvPr/>
        </p:nvSpPr>
        <p:spPr>
          <a:xfrm>
            <a:off x="9282747" y="1781620"/>
            <a:ext cx="2172473" cy="872382"/>
          </a:xfrm>
          <a:prstGeom prst="roundRect">
            <a:avLst>
              <a:gd name="adj" fmla="val 8192"/>
            </a:avLst>
          </a:prstGeom>
          <a:solidFill>
            <a:srgbClr val="171719"/>
          </a:solidFill>
          <a:ln>
            <a:gradFill flip="none" rotWithShape="1">
              <a:gsLst>
                <a:gs pos="0">
                  <a:srgbClr val="171719">
                    <a:lumMod val="82000"/>
                    <a:alpha val="96000"/>
                  </a:srgbClr>
                </a:gs>
                <a:gs pos="71000">
                  <a:srgbClr val="093F39"/>
                </a:gs>
                <a:gs pos="100000">
                  <a:srgbClr val="1AC0AD"/>
                </a:gs>
              </a:gsLst>
              <a:lin ang="18900000" scaled="1"/>
              <a:tileRect/>
            </a:gradFill>
          </a:ln>
          <a:effectLst>
            <a:innerShdw blurRad="63500" dist="50800" dir="10800000">
              <a:prstClr val="black">
                <a:alpha val="31000"/>
              </a:prstClr>
            </a:innerShdw>
          </a:effectLst>
          <a:scene3d>
            <a:camera prst="orthographicFront"/>
            <a:lightRig rig="fla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CF116472-02AE-7E95-1109-AC48E8962CE0}"/>
              </a:ext>
            </a:extLst>
          </p:cNvPr>
          <p:cNvSpPr/>
          <p:nvPr/>
        </p:nvSpPr>
        <p:spPr>
          <a:xfrm>
            <a:off x="9105579" y="4425954"/>
            <a:ext cx="2526813" cy="2128929"/>
          </a:xfrm>
          <a:prstGeom prst="roundRect">
            <a:avLst>
              <a:gd name="adj" fmla="val 8192"/>
            </a:avLst>
          </a:prstGeom>
          <a:solidFill>
            <a:srgbClr val="171719"/>
          </a:solidFill>
          <a:ln>
            <a:gradFill flip="none" rotWithShape="1">
              <a:gsLst>
                <a:gs pos="0">
                  <a:srgbClr val="171719">
                    <a:lumMod val="82000"/>
                    <a:alpha val="96000"/>
                  </a:srgbClr>
                </a:gs>
                <a:gs pos="71000">
                  <a:srgbClr val="093F39"/>
                </a:gs>
                <a:gs pos="100000">
                  <a:srgbClr val="1AC0AD"/>
                </a:gs>
              </a:gsLst>
              <a:lin ang="18900000" scaled="1"/>
              <a:tileRect/>
            </a:gradFill>
          </a:ln>
          <a:effectLst>
            <a:innerShdw blurRad="63500" dist="50800" dir="10800000">
              <a:prstClr val="black">
                <a:alpha val="31000"/>
              </a:prstClr>
            </a:innerShdw>
          </a:effectLst>
          <a:scene3d>
            <a:camera prst="orthographicFront"/>
            <a:lightRig rig="fla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B0BD82B6-D26F-836C-1828-15F3203C310F}"/>
              </a:ext>
            </a:extLst>
          </p:cNvPr>
          <p:cNvSpPr/>
          <p:nvPr/>
        </p:nvSpPr>
        <p:spPr>
          <a:xfrm>
            <a:off x="5881490" y="4165606"/>
            <a:ext cx="2836774" cy="2389277"/>
          </a:xfrm>
          <a:prstGeom prst="roundRect">
            <a:avLst>
              <a:gd name="adj" fmla="val 8192"/>
            </a:avLst>
          </a:prstGeom>
          <a:solidFill>
            <a:srgbClr val="171719"/>
          </a:solidFill>
          <a:ln>
            <a:gradFill flip="none" rotWithShape="1">
              <a:gsLst>
                <a:gs pos="0">
                  <a:srgbClr val="171719">
                    <a:lumMod val="82000"/>
                    <a:alpha val="96000"/>
                  </a:srgbClr>
                </a:gs>
                <a:gs pos="71000">
                  <a:srgbClr val="093F39"/>
                </a:gs>
                <a:gs pos="100000">
                  <a:srgbClr val="1AC0AD"/>
                </a:gs>
              </a:gsLst>
              <a:lin ang="18900000" scaled="1"/>
              <a:tileRect/>
            </a:gradFill>
          </a:ln>
          <a:effectLst>
            <a:innerShdw blurRad="63500" dist="50800" dir="10800000">
              <a:prstClr val="black">
                <a:alpha val="31000"/>
              </a:prstClr>
            </a:innerShdw>
          </a:effectLst>
          <a:scene3d>
            <a:camera prst="orthographicFront"/>
            <a:lightRig rig="fla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C97AB2C9-916E-6A38-6D21-86EE380C18C2}"/>
              </a:ext>
            </a:extLst>
          </p:cNvPr>
          <p:cNvSpPr/>
          <p:nvPr/>
        </p:nvSpPr>
        <p:spPr>
          <a:xfrm>
            <a:off x="1481582" y="4190882"/>
            <a:ext cx="4284855" cy="2389277"/>
          </a:xfrm>
          <a:prstGeom prst="roundRect">
            <a:avLst>
              <a:gd name="adj" fmla="val 8192"/>
            </a:avLst>
          </a:prstGeom>
          <a:solidFill>
            <a:srgbClr val="171719"/>
          </a:solidFill>
          <a:ln>
            <a:gradFill flip="none" rotWithShape="1">
              <a:gsLst>
                <a:gs pos="0">
                  <a:srgbClr val="171719">
                    <a:lumMod val="82000"/>
                    <a:alpha val="96000"/>
                  </a:srgbClr>
                </a:gs>
                <a:gs pos="71000">
                  <a:srgbClr val="093F39"/>
                </a:gs>
                <a:gs pos="100000">
                  <a:srgbClr val="1AC0AD"/>
                </a:gs>
              </a:gsLst>
              <a:lin ang="18900000" scaled="1"/>
              <a:tileRect/>
            </a:gradFill>
          </a:ln>
          <a:effectLst>
            <a:innerShdw blurRad="63500" dist="50800" dir="10800000">
              <a:prstClr val="black">
                <a:alpha val="31000"/>
              </a:prstClr>
            </a:innerShdw>
          </a:effectLst>
          <a:scene3d>
            <a:camera prst="orthographicFront"/>
            <a:lightRig rig="fla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CA3B837B-A710-6B7F-50EB-2BD8BCC2D9D0}"/>
              </a:ext>
            </a:extLst>
          </p:cNvPr>
          <p:cNvSpPr/>
          <p:nvPr/>
        </p:nvSpPr>
        <p:spPr>
          <a:xfrm>
            <a:off x="9105578" y="2748510"/>
            <a:ext cx="2526813" cy="1565684"/>
          </a:xfrm>
          <a:prstGeom prst="roundRect">
            <a:avLst>
              <a:gd name="adj" fmla="val 8192"/>
            </a:avLst>
          </a:prstGeom>
          <a:solidFill>
            <a:srgbClr val="171719"/>
          </a:solidFill>
          <a:ln>
            <a:gradFill flip="none" rotWithShape="1">
              <a:gsLst>
                <a:gs pos="0">
                  <a:srgbClr val="171719">
                    <a:lumMod val="82000"/>
                    <a:alpha val="96000"/>
                  </a:srgbClr>
                </a:gs>
                <a:gs pos="71000">
                  <a:srgbClr val="093F39"/>
                </a:gs>
                <a:gs pos="100000">
                  <a:srgbClr val="1AC0AD"/>
                </a:gs>
              </a:gsLst>
              <a:lin ang="18900000" scaled="1"/>
              <a:tileRect/>
            </a:gradFill>
          </a:ln>
          <a:effectLst>
            <a:innerShdw blurRad="63500" dist="50800" dir="10800000">
              <a:prstClr val="black">
                <a:alpha val="31000"/>
              </a:prstClr>
            </a:innerShdw>
          </a:effectLst>
          <a:scene3d>
            <a:camera prst="orthographicFront"/>
            <a:lightRig rig="fla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81223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5555"/>
    </mc:Choice>
    <mc:Fallback xmlns="">
      <p:transition spd="slow" advTm="55555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4C8728-983B-16F9-ACD1-282B7AE7D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FA4C8B49-3D6A-5985-7EF6-0CB7F762F9EC}"/>
              </a:ext>
            </a:extLst>
          </p:cNvPr>
          <p:cNvSpPr/>
          <p:nvPr/>
        </p:nvSpPr>
        <p:spPr>
          <a:xfrm>
            <a:off x="0" y="1"/>
            <a:ext cx="12192000" cy="6858000"/>
          </a:xfrm>
          <a:prstGeom prst="roundRect">
            <a:avLst>
              <a:gd name="adj" fmla="val 0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D7428801-E739-67E0-9386-DC5C9BA3BFEC}"/>
              </a:ext>
            </a:extLst>
          </p:cNvPr>
          <p:cNvSpPr/>
          <p:nvPr/>
        </p:nvSpPr>
        <p:spPr>
          <a:xfrm>
            <a:off x="1307707" y="111760"/>
            <a:ext cx="10712001" cy="6634480"/>
          </a:xfrm>
          <a:prstGeom prst="roundRect">
            <a:avLst>
              <a:gd name="adj" fmla="val 4790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B1AAA4DC-AD76-4FF0-4A3F-FDB4AA1337FB}"/>
              </a:ext>
            </a:extLst>
          </p:cNvPr>
          <p:cNvSpPr txBox="1"/>
          <p:nvPr/>
        </p:nvSpPr>
        <p:spPr>
          <a:xfrm>
            <a:off x="1481583" y="296211"/>
            <a:ext cx="42848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>
                <a:solidFill>
                  <a:schemeClr val="bg1"/>
                </a:solidFill>
                <a:latin typeface="Montserrat" panose="00000500000000000000" pitchFamily="2" charset="0"/>
              </a:rPr>
              <a:t>GuardianSure – Pagamentos (1/2)</a:t>
            </a:r>
          </a:p>
        </p:txBody>
      </p:sp>
      <p:pic>
        <p:nvPicPr>
          <p:cNvPr id="3" name="Imagem 2" descr="Uma imagem com texto, logótipo, símbolo, Tipo de letra&#10;&#10;Os conteúdos gerados por IA poderão estar incorretos.">
            <a:extLst>
              <a:ext uri="{FF2B5EF4-FFF2-40B4-BE49-F238E27FC236}">
                <a16:creationId xmlns:a16="http://schemas.microsoft.com/office/drawing/2014/main" id="{0D38889E-3259-9536-7C8A-F5B036D327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816" y="208715"/>
            <a:ext cx="1398366" cy="1398366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CA692539-E18C-FBC8-72E9-456F199E75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356" y="1968433"/>
            <a:ext cx="766800" cy="766800"/>
          </a:xfrm>
          <a:prstGeom prst="rect">
            <a:avLst/>
          </a:prstGeom>
          <a:effectLst/>
          <a:scene3d>
            <a:camera prst="isometricOffAxis1Right"/>
            <a:lightRig rig="threePt" dir="t"/>
          </a:scene3d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969873A0-F21C-C3D1-7AD6-E239663D62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8447" y="2968883"/>
            <a:ext cx="765716" cy="765716"/>
          </a:xfrm>
          <a:prstGeom prst="rect">
            <a:avLst/>
          </a:prstGeom>
          <a:effectLst/>
          <a:scene3d>
            <a:camera prst="isometricOffAxis1Right"/>
            <a:lightRig rig="threePt" dir="t"/>
          </a:scene3d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4D68F3AC-2659-52E5-998C-8DED3BA6045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2420" y="3968249"/>
            <a:ext cx="765716" cy="765716"/>
          </a:xfrm>
          <a:prstGeom prst="rect">
            <a:avLst/>
          </a:prstGeom>
          <a:effectLst/>
          <a:scene3d>
            <a:camera prst="isometricOffAxis1Right"/>
            <a:lightRig rig="threePt" dir="t"/>
          </a:scene3d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241DD9DD-CC44-5528-70EF-FEDDCC11C52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1376" y="4964131"/>
            <a:ext cx="765717" cy="765717"/>
          </a:xfrm>
          <a:prstGeom prst="rect">
            <a:avLst/>
          </a:prstGeom>
          <a:effectLst>
            <a:glow rad="101600">
              <a:schemeClr val="bg2">
                <a:lumMod val="90000"/>
                <a:alpha val="40000"/>
              </a:schemeClr>
            </a:glow>
          </a:effectLst>
          <a:scene3d>
            <a:camera prst="isometricOffAxis1Right"/>
            <a:lightRig rig="threePt" dir="t"/>
          </a:scene3d>
        </p:spPr>
      </p:pic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D42BB053-A333-EBAD-7FF5-AD6EB0348FC4}"/>
              </a:ext>
            </a:extLst>
          </p:cNvPr>
          <p:cNvSpPr/>
          <p:nvPr/>
        </p:nvSpPr>
        <p:spPr>
          <a:xfrm>
            <a:off x="1481584" y="1223807"/>
            <a:ext cx="4595427" cy="2340250"/>
          </a:xfrm>
          <a:prstGeom prst="roundRect">
            <a:avLst>
              <a:gd name="adj" fmla="val 8192"/>
            </a:avLst>
          </a:prstGeom>
          <a:solidFill>
            <a:srgbClr val="171719"/>
          </a:solidFill>
          <a:ln>
            <a:gradFill flip="none" rotWithShape="1">
              <a:gsLst>
                <a:gs pos="0">
                  <a:srgbClr val="171719">
                    <a:lumMod val="82000"/>
                    <a:alpha val="96000"/>
                  </a:srgbClr>
                </a:gs>
                <a:gs pos="71000">
                  <a:schemeClr val="tx1">
                    <a:lumMod val="75000"/>
                    <a:lumOff val="2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18900000" scaled="1"/>
              <a:tileRect/>
            </a:gradFill>
          </a:ln>
          <a:effectLst>
            <a:innerShdw blurRad="63500" dist="50800" dir="10800000">
              <a:prstClr val="black">
                <a:alpha val="31000"/>
              </a:prstClr>
            </a:innerShdw>
          </a:effectLst>
          <a:scene3d>
            <a:camera prst="orthographicFront"/>
            <a:lightRig rig="fla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5BA6D2B4-6D8E-8016-A6F1-211B097ED5F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20212" y="103134"/>
            <a:ext cx="728133" cy="728133"/>
          </a:xfrm>
          <a:prstGeom prst="rect">
            <a:avLst/>
          </a:prstGeom>
        </p:spPr>
      </p:pic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5E9EDEC2-3149-176C-6A3E-1D33B0347DAB}"/>
              </a:ext>
            </a:extLst>
          </p:cNvPr>
          <p:cNvSpPr/>
          <p:nvPr/>
        </p:nvSpPr>
        <p:spPr>
          <a:xfrm>
            <a:off x="6249303" y="1225679"/>
            <a:ext cx="2673111" cy="1117753"/>
          </a:xfrm>
          <a:prstGeom prst="roundRect">
            <a:avLst>
              <a:gd name="adj" fmla="val 8192"/>
            </a:avLst>
          </a:prstGeom>
          <a:solidFill>
            <a:srgbClr val="171719"/>
          </a:solidFill>
          <a:ln>
            <a:gradFill flip="none" rotWithShape="1">
              <a:gsLst>
                <a:gs pos="0">
                  <a:srgbClr val="171719">
                    <a:lumMod val="82000"/>
                    <a:alpha val="96000"/>
                  </a:srgbClr>
                </a:gs>
                <a:gs pos="71000">
                  <a:schemeClr val="tx1">
                    <a:lumMod val="75000"/>
                    <a:lumOff val="2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18900000" scaled="1"/>
              <a:tileRect/>
            </a:gradFill>
          </a:ln>
          <a:effectLst>
            <a:innerShdw blurRad="63500" dist="50800" dir="10800000">
              <a:prstClr val="black">
                <a:alpha val="31000"/>
              </a:prstClr>
            </a:innerShdw>
          </a:effectLst>
          <a:scene3d>
            <a:camera prst="orthographicFront"/>
            <a:lightRig rig="fla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05555421-B303-9EA1-1DE0-FCCC2CF84B64}"/>
              </a:ext>
            </a:extLst>
          </p:cNvPr>
          <p:cNvSpPr/>
          <p:nvPr/>
        </p:nvSpPr>
        <p:spPr>
          <a:xfrm>
            <a:off x="7789653" y="3683509"/>
            <a:ext cx="3329795" cy="2878280"/>
          </a:xfrm>
          <a:prstGeom prst="roundRect">
            <a:avLst>
              <a:gd name="adj" fmla="val 8192"/>
            </a:avLst>
          </a:prstGeom>
          <a:solidFill>
            <a:srgbClr val="171719"/>
          </a:solidFill>
          <a:ln>
            <a:gradFill flip="none" rotWithShape="1">
              <a:gsLst>
                <a:gs pos="0">
                  <a:srgbClr val="171719">
                    <a:lumMod val="82000"/>
                    <a:alpha val="96000"/>
                  </a:srgbClr>
                </a:gs>
                <a:gs pos="71000">
                  <a:schemeClr val="tx1">
                    <a:lumMod val="75000"/>
                    <a:lumOff val="2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18900000" scaled="1"/>
              <a:tileRect/>
            </a:gradFill>
          </a:ln>
          <a:effectLst>
            <a:innerShdw blurRad="63500" dist="50800" dir="10800000">
              <a:prstClr val="black">
                <a:alpha val="31000"/>
              </a:prstClr>
            </a:innerShdw>
          </a:effectLst>
          <a:scene3d>
            <a:camera prst="orthographicFront"/>
            <a:lightRig rig="fla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85AB8BF9-A9F1-AB6E-E714-C932211874B5}"/>
              </a:ext>
            </a:extLst>
          </p:cNvPr>
          <p:cNvSpPr/>
          <p:nvPr/>
        </p:nvSpPr>
        <p:spPr>
          <a:xfrm>
            <a:off x="1479858" y="3907569"/>
            <a:ext cx="5412647" cy="2654220"/>
          </a:xfrm>
          <a:prstGeom prst="roundRect">
            <a:avLst>
              <a:gd name="adj" fmla="val 8192"/>
            </a:avLst>
          </a:prstGeom>
          <a:solidFill>
            <a:srgbClr val="171719"/>
          </a:solidFill>
          <a:ln>
            <a:gradFill flip="none" rotWithShape="1">
              <a:gsLst>
                <a:gs pos="0">
                  <a:srgbClr val="171719">
                    <a:lumMod val="82000"/>
                    <a:alpha val="96000"/>
                  </a:srgbClr>
                </a:gs>
                <a:gs pos="71000">
                  <a:schemeClr val="tx1">
                    <a:lumMod val="75000"/>
                    <a:lumOff val="2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18900000" scaled="1"/>
              <a:tileRect/>
            </a:gradFill>
          </a:ln>
          <a:effectLst>
            <a:innerShdw blurRad="63500" dist="50800" dir="10800000">
              <a:prstClr val="black">
                <a:alpha val="31000"/>
              </a:prstClr>
            </a:innerShdw>
          </a:effectLst>
          <a:scene3d>
            <a:camera prst="orthographicFront"/>
            <a:lightRig rig="fla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5610A86E-8ED5-A0EC-FEF8-A47B881F64EC}"/>
              </a:ext>
            </a:extLst>
          </p:cNvPr>
          <p:cNvSpPr/>
          <p:nvPr/>
        </p:nvSpPr>
        <p:spPr>
          <a:xfrm>
            <a:off x="9094706" y="2455193"/>
            <a:ext cx="2673111" cy="1117753"/>
          </a:xfrm>
          <a:prstGeom prst="roundRect">
            <a:avLst>
              <a:gd name="adj" fmla="val 8192"/>
            </a:avLst>
          </a:prstGeom>
          <a:solidFill>
            <a:srgbClr val="171719"/>
          </a:solidFill>
          <a:ln>
            <a:gradFill flip="none" rotWithShape="1">
              <a:gsLst>
                <a:gs pos="0">
                  <a:srgbClr val="171719">
                    <a:lumMod val="82000"/>
                    <a:alpha val="96000"/>
                  </a:srgbClr>
                </a:gs>
                <a:gs pos="71000">
                  <a:schemeClr val="tx1">
                    <a:lumMod val="75000"/>
                    <a:lumOff val="2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18900000" scaled="1"/>
              <a:tileRect/>
            </a:gradFill>
          </a:ln>
          <a:effectLst>
            <a:innerShdw blurRad="63500" dist="50800" dir="10800000">
              <a:prstClr val="black">
                <a:alpha val="31000"/>
              </a:prstClr>
            </a:innerShdw>
          </a:effectLst>
          <a:scene3d>
            <a:camera prst="orthographicFront"/>
            <a:lightRig rig="fla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514CD429-3827-957C-19D7-887F824FC160}"/>
              </a:ext>
            </a:extLst>
          </p:cNvPr>
          <p:cNvSpPr/>
          <p:nvPr/>
        </p:nvSpPr>
        <p:spPr>
          <a:xfrm>
            <a:off x="6249303" y="2455193"/>
            <a:ext cx="2673111" cy="1117753"/>
          </a:xfrm>
          <a:prstGeom prst="roundRect">
            <a:avLst>
              <a:gd name="adj" fmla="val 8192"/>
            </a:avLst>
          </a:prstGeom>
          <a:solidFill>
            <a:srgbClr val="171719"/>
          </a:solidFill>
          <a:ln>
            <a:gradFill flip="none" rotWithShape="1">
              <a:gsLst>
                <a:gs pos="0">
                  <a:srgbClr val="171719">
                    <a:lumMod val="82000"/>
                    <a:alpha val="96000"/>
                  </a:srgbClr>
                </a:gs>
                <a:gs pos="71000">
                  <a:schemeClr val="tx1">
                    <a:lumMod val="75000"/>
                    <a:lumOff val="2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18900000" scaled="1"/>
              <a:tileRect/>
            </a:gradFill>
          </a:ln>
          <a:effectLst>
            <a:innerShdw blurRad="63500" dist="50800" dir="10800000">
              <a:prstClr val="black">
                <a:alpha val="31000"/>
              </a:prstClr>
            </a:innerShdw>
          </a:effectLst>
          <a:scene3d>
            <a:camera prst="orthographicFront"/>
            <a:lightRig rig="fla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0B3E66C7-8757-E858-2B64-CCD8C134C77F}"/>
              </a:ext>
            </a:extLst>
          </p:cNvPr>
          <p:cNvSpPr/>
          <p:nvPr/>
        </p:nvSpPr>
        <p:spPr>
          <a:xfrm>
            <a:off x="9094705" y="1223807"/>
            <a:ext cx="2673111" cy="1117753"/>
          </a:xfrm>
          <a:prstGeom prst="roundRect">
            <a:avLst>
              <a:gd name="adj" fmla="val 8192"/>
            </a:avLst>
          </a:prstGeom>
          <a:solidFill>
            <a:srgbClr val="171719"/>
          </a:solidFill>
          <a:ln>
            <a:gradFill flip="none" rotWithShape="1">
              <a:gsLst>
                <a:gs pos="0">
                  <a:srgbClr val="171719">
                    <a:lumMod val="82000"/>
                    <a:alpha val="96000"/>
                  </a:srgbClr>
                </a:gs>
                <a:gs pos="71000">
                  <a:schemeClr val="tx1">
                    <a:lumMod val="75000"/>
                    <a:lumOff val="2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18900000" scaled="1"/>
              <a:tileRect/>
            </a:gradFill>
          </a:ln>
          <a:effectLst>
            <a:innerShdw blurRad="63500" dist="50800" dir="10800000">
              <a:prstClr val="black">
                <a:alpha val="31000"/>
              </a:prstClr>
            </a:innerShdw>
          </a:effectLst>
          <a:scene3d>
            <a:camera prst="orthographicFront"/>
            <a:lightRig rig="fla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3027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5555"/>
    </mc:Choice>
    <mc:Fallback xmlns="">
      <p:transition spd="slow" advTm="55555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B57B68-E144-7F88-A4D8-D30FA4C87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96E2BDFE-57B1-563E-D283-056AEB03E6BC}"/>
              </a:ext>
            </a:extLst>
          </p:cNvPr>
          <p:cNvSpPr/>
          <p:nvPr/>
        </p:nvSpPr>
        <p:spPr>
          <a:xfrm>
            <a:off x="0" y="1"/>
            <a:ext cx="12192000" cy="6858000"/>
          </a:xfrm>
          <a:prstGeom prst="roundRect">
            <a:avLst>
              <a:gd name="adj" fmla="val 0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51FF3889-0FDF-C0E4-CD3B-26230AE0D3D4}"/>
              </a:ext>
            </a:extLst>
          </p:cNvPr>
          <p:cNvSpPr/>
          <p:nvPr/>
        </p:nvSpPr>
        <p:spPr>
          <a:xfrm>
            <a:off x="1307707" y="111760"/>
            <a:ext cx="10712001" cy="6634480"/>
          </a:xfrm>
          <a:prstGeom prst="roundRect">
            <a:avLst>
              <a:gd name="adj" fmla="val 4790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D2AB016E-F0E7-98EC-9AD8-18EEF419E486}"/>
              </a:ext>
            </a:extLst>
          </p:cNvPr>
          <p:cNvSpPr txBox="1"/>
          <p:nvPr/>
        </p:nvSpPr>
        <p:spPr>
          <a:xfrm>
            <a:off x="1481583" y="296211"/>
            <a:ext cx="42848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>
                <a:solidFill>
                  <a:schemeClr val="bg1"/>
                </a:solidFill>
                <a:latin typeface="Montserrat" panose="00000500000000000000" pitchFamily="2" charset="0"/>
              </a:rPr>
              <a:t>GuardianSure – Pagamentos (2/2)</a:t>
            </a:r>
          </a:p>
        </p:txBody>
      </p:sp>
      <p:pic>
        <p:nvPicPr>
          <p:cNvPr id="3" name="Imagem 2" descr="Uma imagem com texto, logótipo, símbolo, Tipo de letra&#10;&#10;Os conteúdos gerados por IA poderão estar incorretos.">
            <a:extLst>
              <a:ext uri="{FF2B5EF4-FFF2-40B4-BE49-F238E27FC236}">
                <a16:creationId xmlns:a16="http://schemas.microsoft.com/office/drawing/2014/main" id="{CE6FE384-529E-73A3-8E5E-BC8C6AE345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816" y="208715"/>
            <a:ext cx="1398366" cy="1398366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56CD1447-21A0-AA68-60E3-D1FEE0FCD7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356" y="1968433"/>
            <a:ext cx="766800" cy="766800"/>
          </a:xfrm>
          <a:prstGeom prst="rect">
            <a:avLst/>
          </a:prstGeom>
          <a:effectLst/>
          <a:scene3d>
            <a:camera prst="isometricOffAxis1Right"/>
            <a:lightRig rig="threePt" dir="t"/>
          </a:scene3d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3591BA4D-F22F-86F6-B5DA-7C4C94FEBE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8447" y="2968883"/>
            <a:ext cx="765716" cy="765716"/>
          </a:xfrm>
          <a:prstGeom prst="rect">
            <a:avLst/>
          </a:prstGeom>
          <a:effectLst/>
          <a:scene3d>
            <a:camera prst="isometricOffAxis1Right"/>
            <a:lightRig rig="threePt" dir="t"/>
          </a:scene3d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F615895C-2C4D-7A35-08F9-54F7CB9306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2420" y="3968249"/>
            <a:ext cx="765716" cy="765716"/>
          </a:xfrm>
          <a:prstGeom prst="rect">
            <a:avLst/>
          </a:prstGeom>
          <a:effectLst/>
          <a:scene3d>
            <a:camera prst="isometricOffAxis1Right"/>
            <a:lightRig rig="threePt" dir="t"/>
          </a:scene3d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1AFBCFA5-EC20-473E-116D-5E0041A9D70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1376" y="4964131"/>
            <a:ext cx="765717" cy="765717"/>
          </a:xfrm>
          <a:prstGeom prst="rect">
            <a:avLst/>
          </a:prstGeom>
          <a:effectLst>
            <a:glow rad="101600">
              <a:schemeClr val="bg2">
                <a:lumMod val="90000"/>
                <a:alpha val="40000"/>
              </a:schemeClr>
            </a:glow>
          </a:effectLst>
          <a:scene3d>
            <a:camera prst="isometricOffAxis1Right"/>
            <a:lightRig rig="threePt" dir="t"/>
          </a:scene3d>
        </p:spPr>
      </p:pic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8FD0F1D0-BCF1-5CF2-23FB-73C6969AE16C}"/>
              </a:ext>
            </a:extLst>
          </p:cNvPr>
          <p:cNvSpPr/>
          <p:nvPr/>
        </p:nvSpPr>
        <p:spPr>
          <a:xfrm>
            <a:off x="1481584" y="1223807"/>
            <a:ext cx="6308069" cy="2281271"/>
          </a:xfrm>
          <a:prstGeom prst="roundRect">
            <a:avLst>
              <a:gd name="adj" fmla="val 8192"/>
            </a:avLst>
          </a:prstGeom>
          <a:solidFill>
            <a:srgbClr val="171719"/>
          </a:solidFill>
          <a:ln>
            <a:gradFill flip="none" rotWithShape="1">
              <a:gsLst>
                <a:gs pos="0">
                  <a:srgbClr val="171719">
                    <a:lumMod val="82000"/>
                    <a:alpha val="96000"/>
                  </a:srgbClr>
                </a:gs>
                <a:gs pos="71000">
                  <a:schemeClr val="tx1">
                    <a:lumMod val="75000"/>
                    <a:lumOff val="2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18900000" scaled="1"/>
              <a:tileRect/>
            </a:gradFill>
          </a:ln>
          <a:effectLst>
            <a:innerShdw blurRad="63500" dist="50800" dir="10800000">
              <a:prstClr val="black">
                <a:alpha val="31000"/>
              </a:prstClr>
            </a:innerShdw>
          </a:effectLst>
          <a:scene3d>
            <a:camera prst="orthographicFront"/>
            <a:lightRig rig="fla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5260A424-B052-B096-D263-C9A4B77C079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0800000">
            <a:off x="5120212" y="103134"/>
            <a:ext cx="728133" cy="728133"/>
          </a:xfrm>
          <a:prstGeom prst="rect">
            <a:avLst/>
          </a:prstGeom>
        </p:spPr>
      </p:pic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E6CD7D1D-E0F3-ACB0-33F9-55484B1783D2}"/>
              </a:ext>
            </a:extLst>
          </p:cNvPr>
          <p:cNvSpPr/>
          <p:nvPr/>
        </p:nvSpPr>
        <p:spPr>
          <a:xfrm>
            <a:off x="7789653" y="3683509"/>
            <a:ext cx="3329795" cy="2878280"/>
          </a:xfrm>
          <a:prstGeom prst="roundRect">
            <a:avLst>
              <a:gd name="adj" fmla="val 8192"/>
            </a:avLst>
          </a:prstGeom>
          <a:solidFill>
            <a:srgbClr val="171719"/>
          </a:solidFill>
          <a:ln>
            <a:gradFill flip="none" rotWithShape="1">
              <a:gsLst>
                <a:gs pos="0">
                  <a:srgbClr val="171719">
                    <a:lumMod val="82000"/>
                    <a:alpha val="96000"/>
                  </a:srgbClr>
                </a:gs>
                <a:gs pos="71000">
                  <a:schemeClr val="tx1">
                    <a:lumMod val="75000"/>
                    <a:lumOff val="2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18900000" scaled="1"/>
              <a:tileRect/>
            </a:gradFill>
          </a:ln>
          <a:effectLst>
            <a:innerShdw blurRad="63500" dist="50800" dir="10800000">
              <a:prstClr val="black">
                <a:alpha val="31000"/>
              </a:prstClr>
            </a:innerShdw>
          </a:effectLst>
          <a:scene3d>
            <a:camera prst="orthographicFront"/>
            <a:lightRig rig="fla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0B569E87-4481-7F1C-586B-F5E7A80F30E6}"/>
              </a:ext>
            </a:extLst>
          </p:cNvPr>
          <p:cNvSpPr/>
          <p:nvPr/>
        </p:nvSpPr>
        <p:spPr>
          <a:xfrm>
            <a:off x="8568124" y="2364442"/>
            <a:ext cx="2673111" cy="1117753"/>
          </a:xfrm>
          <a:prstGeom prst="roundRect">
            <a:avLst>
              <a:gd name="adj" fmla="val 8192"/>
            </a:avLst>
          </a:prstGeom>
          <a:solidFill>
            <a:srgbClr val="171719"/>
          </a:solidFill>
          <a:ln>
            <a:gradFill flip="none" rotWithShape="1">
              <a:gsLst>
                <a:gs pos="0">
                  <a:srgbClr val="171719">
                    <a:lumMod val="82000"/>
                    <a:alpha val="96000"/>
                  </a:srgbClr>
                </a:gs>
                <a:gs pos="71000">
                  <a:schemeClr val="tx1">
                    <a:lumMod val="75000"/>
                    <a:lumOff val="2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18900000" scaled="1"/>
              <a:tileRect/>
            </a:gradFill>
          </a:ln>
          <a:effectLst>
            <a:innerShdw blurRad="63500" dist="50800" dir="10800000">
              <a:prstClr val="black">
                <a:alpha val="31000"/>
              </a:prstClr>
            </a:innerShdw>
          </a:effectLst>
          <a:scene3d>
            <a:camera prst="orthographicFront"/>
            <a:lightRig rig="fla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4A769ADA-F14F-D4FC-4D7A-A7B2F8CD5589}"/>
              </a:ext>
            </a:extLst>
          </p:cNvPr>
          <p:cNvSpPr/>
          <p:nvPr/>
        </p:nvSpPr>
        <p:spPr>
          <a:xfrm>
            <a:off x="8568125" y="1048204"/>
            <a:ext cx="2673111" cy="1117753"/>
          </a:xfrm>
          <a:prstGeom prst="roundRect">
            <a:avLst>
              <a:gd name="adj" fmla="val 8192"/>
            </a:avLst>
          </a:prstGeom>
          <a:solidFill>
            <a:srgbClr val="171719"/>
          </a:solidFill>
          <a:ln>
            <a:gradFill flip="none" rotWithShape="1">
              <a:gsLst>
                <a:gs pos="0">
                  <a:srgbClr val="171719">
                    <a:lumMod val="82000"/>
                    <a:alpha val="96000"/>
                  </a:srgbClr>
                </a:gs>
                <a:gs pos="71000">
                  <a:schemeClr val="tx1">
                    <a:lumMod val="75000"/>
                    <a:lumOff val="2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18900000" scaled="1"/>
              <a:tileRect/>
            </a:gradFill>
          </a:ln>
          <a:effectLst>
            <a:innerShdw blurRad="63500" dist="50800" dir="10800000">
              <a:prstClr val="black">
                <a:alpha val="31000"/>
              </a:prstClr>
            </a:innerShdw>
          </a:effectLst>
          <a:scene3d>
            <a:camera prst="orthographicFront"/>
            <a:lightRig rig="fla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580410BA-4249-6087-C2A0-95A1B45D6BFC}"/>
              </a:ext>
            </a:extLst>
          </p:cNvPr>
          <p:cNvSpPr/>
          <p:nvPr/>
        </p:nvSpPr>
        <p:spPr>
          <a:xfrm>
            <a:off x="1481582" y="4410097"/>
            <a:ext cx="5482743" cy="2151691"/>
          </a:xfrm>
          <a:prstGeom prst="roundRect">
            <a:avLst>
              <a:gd name="adj" fmla="val 8192"/>
            </a:avLst>
          </a:prstGeom>
          <a:solidFill>
            <a:srgbClr val="171719"/>
          </a:solidFill>
          <a:ln>
            <a:gradFill flip="none" rotWithShape="1">
              <a:gsLst>
                <a:gs pos="0">
                  <a:srgbClr val="171719">
                    <a:lumMod val="82000"/>
                    <a:alpha val="96000"/>
                  </a:srgbClr>
                </a:gs>
                <a:gs pos="71000">
                  <a:schemeClr val="tx1">
                    <a:lumMod val="75000"/>
                    <a:lumOff val="2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18900000" scaled="1"/>
              <a:tileRect/>
            </a:gradFill>
          </a:ln>
          <a:effectLst>
            <a:innerShdw blurRad="63500" dist="50800" dir="10800000">
              <a:prstClr val="black">
                <a:alpha val="31000"/>
              </a:prstClr>
            </a:innerShdw>
          </a:effectLst>
          <a:scene3d>
            <a:camera prst="orthographicFront"/>
            <a:lightRig rig="fla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E6CC0780-4FE8-2650-3557-8811781CF3EA}"/>
              </a:ext>
            </a:extLst>
          </p:cNvPr>
          <p:cNvSpPr/>
          <p:nvPr/>
        </p:nvSpPr>
        <p:spPr>
          <a:xfrm>
            <a:off x="4484965" y="4094120"/>
            <a:ext cx="2771677" cy="639845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5CD210DD-7C45-A9CB-DE77-446EA266A024}"/>
              </a:ext>
            </a:extLst>
          </p:cNvPr>
          <p:cNvSpPr/>
          <p:nvPr/>
        </p:nvSpPr>
        <p:spPr>
          <a:xfrm>
            <a:off x="1375063" y="4195786"/>
            <a:ext cx="2242480" cy="412222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07376A4E-E10C-2B86-C31F-7165E7C40327}"/>
              </a:ext>
            </a:extLst>
          </p:cNvPr>
          <p:cNvSpPr txBox="1"/>
          <p:nvPr/>
        </p:nvSpPr>
        <p:spPr>
          <a:xfrm>
            <a:off x="1408881" y="4198377"/>
            <a:ext cx="2129138" cy="4122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50" dirty="0">
                <a:solidFill>
                  <a:schemeClr val="bg1"/>
                </a:solidFill>
                <a:latin typeface="Montserrat Bold" panose="00000800000000000000" pitchFamily="2" charset="0"/>
              </a:rPr>
              <a:t>Comportamento de Pagamento </a:t>
            </a:r>
            <a:r>
              <a:rPr lang="pt-BR" sz="1050">
                <a:solidFill>
                  <a:schemeClr val="bg1"/>
                </a:solidFill>
                <a:latin typeface="Montserrat Bold" panose="00000800000000000000" pitchFamily="2" charset="0"/>
              </a:rPr>
              <a:t>do </a:t>
            </a:r>
            <a:r>
              <a:rPr lang="pt-BR" sz="1050" dirty="0">
                <a:solidFill>
                  <a:schemeClr val="bg1"/>
                </a:solidFill>
                <a:latin typeface="Montserrat Bold" panose="00000800000000000000" pitchFamily="2" charset="0"/>
              </a:rPr>
              <a:t>C</a:t>
            </a:r>
            <a:r>
              <a:rPr lang="pt-BR" sz="1050">
                <a:solidFill>
                  <a:schemeClr val="bg1"/>
                </a:solidFill>
                <a:latin typeface="Montserrat Bold" panose="00000800000000000000" pitchFamily="2" charset="0"/>
              </a:rPr>
              <a:t>liente</a:t>
            </a:r>
            <a:endParaRPr lang="pt-BR" sz="1050" dirty="0">
              <a:solidFill>
                <a:schemeClr val="bg1"/>
              </a:solidFill>
              <a:latin typeface="Montserrat Bold" panose="000008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4494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5555"/>
    </mc:Choice>
    <mc:Fallback xmlns="">
      <p:transition spd="slow" advTm="55555"/>
    </mc:Fallback>
  </mc:AlternateContent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1504</TotalTime>
  <Words>86</Words>
  <Application>Microsoft Office PowerPoint</Application>
  <PresentationFormat>Ecrã Panorâmico</PresentationFormat>
  <Paragraphs>24</Paragraphs>
  <Slides>7</Slides>
  <Notes>7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Montserrat</vt:lpstr>
      <vt:lpstr>Montserrat Bold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PAULO TOMÁS DA SILVA AMORIM</dc:creator>
  <cp:lastModifiedBy>PAULO TOMÁS DA SILVA AMORIM</cp:lastModifiedBy>
  <cp:revision>30</cp:revision>
  <dcterms:created xsi:type="dcterms:W3CDTF">2025-04-08T13:57:06Z</dcterms:created>
  <dcterms:modified xsi:type="dcterms:W3CDTF">2025-04-20T02:36:28Z</dcterms:modified>
</cp:coreProperties>
</file>